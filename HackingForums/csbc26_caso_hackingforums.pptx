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foros, 2013-2021</a:t>
            </a:r>
          </a:p>
          <a:p>
            <a:r>
              <a:t>Pregunta guía: ¿misma persona, distintos alias?</a:t>
            </a:r>
          </a:p>
          <a:p>
            <a:r>
              <a:t>Bug de parsing: 3M posts perdidos</a:t>
            </a:r>
          </a:p>
          <a:p>
            <a:r>
              <a:t>Decisión de pipeline por idioma</a:t>
            </a:r>
          </a:p>
          <a:p>
            <a:r>
              <a:t>Score combinado de atribución cross-foro</a:t>
            </a:r>
          </a:p>
          <a:p>
            <a:r>
              <a:t>Datos: dumps SQL reales, no sintéticos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Primero: qué datos tenemos y en qué estado</a:t>
            </a:r>
          </a:p>
          <a:p>
            <a:r>
              <a:t>Tier list de 7 foros evaluados</a:t>
            </a:r>
          </a:p>
          <a:p>
            <a:r>
              <a:t>→ sigue: bug de parser, casi perdemos un dataset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Tabla = mapa de decisiones de la sesión</a:t>
            </a:r>
          </a:p>
          <a:p>
            <a:r>
              <a:t>Tier A: dump completo, sirve para pivoting</a:t>
            </a:r>
          </a:p>
          <a:p>
            <a:r>
              <a:t>Tier A↓: solo usuarios, sin contenido (Hackforums.net)</a:t>
            </a:r>
          </a:p>
          <a:p>
            <a:r>
              <a:t>Tier —: descartado (Void.to, schema vacío)</a:t>
            </a:r>
          </a:p>
          <a:p>
            <a:r>
              <a:t>Lección: priorizar donde el dato lo sostiene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Bug más caro del proyecto: Nulled.io cargaba 0 posts</a:t>
            </a:r>
          </a:p>
          <a:p>
            <a:r>
              <a:t>Causa: is_mybb() falso positivo por tabla 'posts'</a:t>
            </a:r>
          </a:p>
          <a:p>
            <a:r>
              <a:t>Fix: detectar IPS 3.x (member_id) ANTES de is_mybb()</a:t>
            </a:r>
          </a:p>
          <a:p>
            <a:r>
              <a:t>Lección: testear parsers contra dumps reales</a:t>
            </a:r>
          </a:p>
          <a:p>
            <a:r>
              <a:t>3.2M posts perdidos hasta encontrarlo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EDA: aquí detectamos el idioma como variable clave</a:t>
            </a:r>
          </a:p>
          <a:p>
            <a:r>
              <a:t>Condiciona todo el pipeline posterior</a:t>
            </a:r>
          </a:p>
          <a:p>
            <a:r>
              <a:t>→ sigue: 5 foros, tratamientos diferenciados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Foto rápida de tamaño: OGUsers 4.9M vs. Exploit.in 80K posts → ×60</a:t>
            </a:r>
          </a:p>
          <a:p>
            <a:r>
              <a:t>3 épocas distintas: 2013, 2019, 2021</a:t>
            </a:r>
          </a:p>
          <a:p>
            <a:r>
              <a:t>No profundizamos más — el foco del caso es identidad y tiempo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es LA referencia del taller para esta técnica — los otros casos solo la mencionan de pasada</a:t>
            </a:r>
          </a:p>
          <a:p>
            <a:r>
              <a:t>Método: langdetect, muestreo de 500 posts/foro, truncado a 2000 chars</a:t>
            </a:r>
          </a:p>
          <a:p>
            <a:r>
              <a:t>La decisión se toma por foro completo, no post a post</a:t>
            </a:r>
          </a:p>
          <a:p>
            <a:r>
              <a:t>4 foros &gt;85% inglés → pipeline estándar; Exploit.in ~80% ruso → pipeline separado</a:t>
            </a:r>
          </a:p>
          <a:p>
            <a:r>
              <a:t>Matiz importante: bg/mk se confunden con ru en langdetect por cercanía lingüística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Resumen visual: Exploit.in excepción en casi todo</a:t>
            </a:r>
          </a:p>
          <a:p>
            <a:r>
              <a:t>Única fila igual: embeddings (modelo multilingüe)</a:t>
            </a:r>
          </a:p>
          <a:p>
            <a:r>
              <a:t>Lección: bifurcar solo donde el idioma importa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en vivo: notebook 00</a:t>
            </a:r>
          </a:p>
          <a:p>
            <a:r>
              <a:t>Fijarse en la distribución de idioma por foro</a:t>
            </a:r>
          </a:p>
          <a:p>
            <a:r>
              <a:t>Exploit.in claramente separado del resto</a:t>
            </a:r>
          </a:p>
          <a:p>
            <a:r>
              <a:t>Evidencia visual → justifica decisión de pipeline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más forense del caso</a:t>
            </a:r>
          </a:p>
          <a:p>
            <a:r>
              <a:t>Red de co-participación → pivoting de handles</a:t>
            </a:r>
          </a:p>
          <a:p>
            <a:r>
              <a:t>Objetivo: misma persona, distintos alias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Grafo: arista = mismo hilo, señal simple</a:t>
            </a:r>
          </a:p>
          <a:p>
            <a:r>
              <a:t>5,000 threads → componente gigante con brokers</a:t>
            </a:r>
          </a:p>
          <a:p>
            <a:r>
              <a:t>Betweenness centrality identifica intermediarios</a:t>
            </a:r>
          </a:p>
          <a:p>
            <a:r>
              <a:t>Brokers = candidatos prioritarios a pivoting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snapshots de la misma comunidad, no 4 foros distintos comparados una vez</a:t>
            </a:r>
          </a:p>
          <a:p>
            <a:r>
              <a:t>Permite ver evolución de una identidad tras cada brecha, no una foto fija</a:t>
            </a:r>
          </a:p>
          <a:p>
            <a:r>
              <a:t>111,621 persisten, 1,332 desaparecen, 418,253 son nuevos entre 2019 y 2022</a:t>
            </a:r>
          </a:p>
          <a:p>
            <a:r>
              <a:t>La comunidad no se renueva tras una brecha — el actor que ya estaba, se queda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Trade-off clásico de cualquier pivoting real de threat intel: precisión vs. cobertura</a:t>
            </a:r>
          </a:p>
          <a:p>
            <a:r>
              <a:t>Exacto: 100% preciso si coincide, pero pierde a quien cambió una letra (cobertura baja)</a:t>
            </a:r>
          </a:p>
          <a:p>
            <a:r>
              <a:t>Fuzzy (rapidfuzz 85%): sube cobertura (user_v2, user123) a costa de precisión</a:t>
            </a:r>
          </a:p>
          <a:p>
            <a:r>
              <a:t>Ni uno solo basta — son insumos del score combinado, junto a embeddings y Burrows' Delta</a:t>
            </a:r>
          </a:p>
          <a:p>
            <a:r>
              <a:t>Pregunta al público: ¿y si el handle cambia del todo?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vimos este patrón de limpieza en CardingForums — no lo repetimos</a:t>
            </a:r>
          </a:p>
          <a:p>
            <a:r>
              <a:t>Foco de este caso: identidad y persistencia temporal, no ingeniería de datos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Base: red + pivoting de handles</a:t>
            </a:r>
          </a:p>
          <a:p>
            <a:r>
              <a:t>Ahora suma: NER especializado, embeddings cross-foro</a:t>
            </a:r>
          </a:p>
          <a:p>
            <a:r>
              <a:t>→ sigue: score de atribución combinado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PERSON/ORG no alcanzan → tipos propios: ALIAS, TOOL, MALWARE, CVE</a:t>
            </a:r>
          </a:p>
          <a:p>
            <a:r>
              <a:t>Muestreo: top-50 usuarios × top-50 posts largos</a:t>
            </a:r>
          </a:p>
          <a:p>
            <a:r>
              <a:t>Solo foros en inglés</a:t>
            </a:r>
          </a:p>
          <a:p>
            <a:r>
              <a:t>Checkpoint cada 10 usuarios → reanudable si falla</a:t>
            </a:r>
          </a:p>
          <a:p>
            <a:r>
              <a:t>Exploit.in fuera: qwen2.5 rinde peor en ruso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un vector por usuario, comparable entre foros</a:t>
            </a:r>
          </a:p>
          <a:p>
            <a:r>
              <a:t>A: concatenar posts (50K chars) → 1 vector</a:t>
            </a:r>
          </a:p>
          <a:p>
            <a:r>
              <a:t>C: top-50 posts largos → embeddings promediados</a:t>
            </a:r>
          </a:p>
          <a:p>
            <a:r>
              <a:t>Spearman A vs C: valida si el muestreo funciona</a:t>
            </a:r>
          </a:p>
          <a:p>
            <a:r>
              <a:t>qwen3-embedding (4096D) multilingüe → incluye ruso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Estilometría: mide estilo, no contenido — palabras función (the, and, of)</a:t>
            </a:r>
          </a:p>
          <a:p>
            <a:r>
              <a:t>Fórmula: promedio de diferencia de z-scores sobre palabras función</a:t>
            </a:r>
          </a:p>
          <a:p>
            <a:r>
              <a:t>Resistente a cambio de tema/plataforma, a diferencia de TF-IDF o BERTopic</a:t>
            </a:r>
          </a:p>
          <a:p>
            <a:r>
              <a:t>Heatmap ya precomputado sobre OGUsers — no se recalcula en vivo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Ninguna señal sola confirma identidad — cuidado al interpretar</a:t>
            </a:r>
          </a:p>
          <a:p>
            <a:r>
              <a:t>Handle: fuerte pero trivial de eludir</a:t>
            </a:r>
          </a:p>
          <a:p>
            <a:r>
              <a:t>Embeddings: captura estilo aunque cambie el handle</a:t>
            </a:r>
          </a:p>
          <a:p>
            <a:r>
              <a:t>Burrows' Delta: palabras función, difícil de falsear</a:t>
            </a:r>
          </a:p>
          <a:p>
            <a:r>
              <a:t>Score &gt;0.7 con ≥2 señales → candidato alta prioridad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en vivo: notebook 03</a:t>
            </a:r>
          </a:p>
          <a:p>
            <a:r>
              <a:t>Sección 7: similitud coseno sobre candidatos de pivoting</a:t>
            </a:r>
          </a:p>
          <a:p>
            <a:r>
              <a:t>Sección 8: heatmap Burrows' Delta y score combinado</a:t>
            </a:r>
          </a:p>
          <a:p>
            <a:r>
              <a:t>Revisar los top candidatos de atribución cross-foro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del caso</a:t>
            </a:r>
          </a:p>
          <a:p>
            <a:r>
              <a:t>Aprendizajes técnicos y metodológicos</a:t>
            </a:r>
          </a:p>
          <a:p>
            <a:r>
              <a:t>Aplicables a cualquier caso de leaks underground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Izquierda: hallazgos técnicos del caso</a:t>
            </a:r>
          </a:p>
          <a:p>
            <a:r>
              <a:t>Bug IPS 3.x, pipeline ruso, epoch-0, señal cross-foro</a:t>
            </a:r>
          </a:p>
          <a:p>
            <a:r>
              <a:t>Derecha: aprendizajes generalizables a otros casos</a:t>
            </a:r>
          </a:p>
          <a:p>
            <a:r>
              <a:t>Idioma antes de NLP, testear parsers, validar fechas</a:t>
            </a:r>
          </a:p>
          <a:p>
            <a:r>
              <a:t>Idea central: convergencia de señales &gt; métrica aislada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Idea central: foros no son silos, usuarios migran</a:t>
            </a:r>
          </a:p>
          <a:p>
            <a:r>
              <a:t>Pivoting de handles = técnica real de threat intel</a:t>
            </a:r>
          </a:p>
          <a:p>
            <a:r>
              <a:t>Costo de un bug: millones de posts perdidos sin avisar</a:t>
            </a:r>
          </a:p>
          <a:p>
            <a:r>
              <a:t>Idioma original &gt; forzar todo a inglés (estilometría)</a:t>
            </a:r>
          </a:p>
          <a:p>
            <a:r>
              <a:t>5 foros, 8 años → retrato de la evolución del ecosistema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t>Caso Hacking Forums</a:t>
            </a:r>
          </a:p>
          <a:p>
            <a:r>
              <a:rPr sz="1800">
                <a:solidFill>
                  <a:srgbClr val="D6DAE2"/>
                </a:solidFill>
                <a:latin typeface="Arial"/>
              </a:rPr>
              <a:t>Análisis comparativo de cinco foros underground (2013–2021)</a:t>
            </a:r>
          </a:p>
          <a:p>
            <a:r>
              <a:rPr sz="1200" b="1">
                <a:solidFill>
                  <a:srgbClr val="9AA3B5"/>
                </a:solidFill>
                <a:latin typeface="Arial"/>
              </a:rPr>
              <a:t>CSBC26 · Análisis de Leaks Underground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1</a:t>
            </a:r>
          </a:p>
          <a:p>
            <a:pPr algn="ctr"/>
            <a:r>
              <a:t>Datasets y clasificación por tiers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Qué tenemos, qué sirve y por qué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Los 7 foros evaluados — tier list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2286000"/>
          <a:ext cx="10058400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76400"/>
                <a:gridCol w="1676400"/>
                <a:gridCol w="1676400"/>
                <a:gridCol w="1676400"/>
                <a:gridCol w="1676400"/>
                <a:gridCol w="16764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Foro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Archivo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Parser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Idioma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Tier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Uso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OGUsers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OGUsers_2019.zip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MyBB (prefijo no estándar)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Inglés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Red social, pivoting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Exploit.in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Exploit.in_2013.12.13.zip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IPS 3.x (ibf_)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Ruso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Pivoting cross-foro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Cracked.to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Cracked.to_2019.01.zip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MyBB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Inglés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Pivoting + contenido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Nulled.io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Nulled.io_2016.05.zip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IPS 3.x (sin prefijo)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Inglés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Contexto histórico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RaidForums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RaidForums_2021.zip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MyBB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Inglés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Pivoting cross-foro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Hackforums.net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Hackforums.net_2015.zip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MyBB (solo usuarios)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A↓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Solo handles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Void.to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Void.to.zip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MyBB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Descartado (schema-only)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Tier A = dump SQL completo. Tier A↓ = sin posts. Tier — = sin datos.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El bug que no esperabas — IPS 3.x sin prefijo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Problema: load_forum() devuelve {} para Nulled.io → 0 posts cargados</a:t>
            </a:r>
          </a:p>
          <a:p>
            <a:r>
              <a:t>Diagnóstico: is_mybb() devuelve True porque _TABLE_MAP tiene clave 'posts'</a:t>
            </a:r>
          </a:p>
          <a:p>
            <a:r>
              <a:t>IPS 3.x sin prefijo tiene exactamente una tabla llamada 'posts' → falso positivo</a:t>
            </a:r>
          </a:p>
          <a:p>
            <a:r>
              <a:t>Fix: ejecutar _detect_version() (IPS-específico, comprueba columna member_id) ANTES de is_mybb()</a:t>
            </a:r>
          </a:p>
          <a:p>
            <a:r>
              <a:t>Lección: los parsers genéricos fallan en variantes de schema — siempre testear con dumps reales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3,200,000 posts de Nulled.io perdidos hasta encontrar el bug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2</a:t>
            </a:r>
          </a:p>
          <a:p>
            <a:pPr algn="ctr"/>
            <a:r>
              <a:t>EDA y detección de idioma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Notebook 00 — entender el dato antes del modelo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EDA comparativo — cinco foros muy distintos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Escala: OGUsers (4.9M posts) vs. Exploit.in (80K posts) → ×60 diferencia de volumen</a:t>
            </a:r>
          </a:p>
          <a:p>
            <a:r>
              <a:t>Épocas distintas: Exploit.in 2013, OGUsers 2019, RaidForums 2021 → evolución del ecosistema</a:t>
            </a:r>
          </a:p>
          <a:p>
            <a:r>
              <a:t>Sirve para tener una foto de tamaño y actividad — no es el foco de este caso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Detección de idioma — la decisión de pipeline canónica del taller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717656"/>
            <a:ext cx="10084904" cy="2867218"/>
          </a:xfrm>
        </p:spPr>
        <p:txBody>
          <a:bodyPr wrap="square"/>
          <a:lstStyle/>
          <a:p>
            <a:r>
              <a:t>Paso obligatorio: Burrows' Delta, NER y BERTopic son idioma-específicos</a:t>
            </a:r>
          </a:p>
          <a:p>
            <a:r>
              <a:t>Método: sample de 500 posts por foro con langdetect, truncado a 2000 chars</a:t>
            </a:r>
          </a:p>
          <a:p>
            <a:r>
              <a:t>Decisión por foro (no por post): el idioma dominante de la muestra fija el pipeline completo</a:t>
            </a:r>
          </a:p>
          <a:p>
            <a:r>
              <a:t>OGUsers / Cracked.to / Nulled.io / RaidForums: &gt;85% inglés → pipeline estándar</a:t>
            </a:r>
          </a:p>
          <a:p>
            <a:r>
              <a:t>Exploit.in: ~80%+ ruso → pipeline separado (solo embeddings multilingües)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Matiz: langdetect confunde con frecuencia búlgaro/macedonio con ruso — hay que leerlo con cuidado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Decisión de pipeline por foro y técnica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2286000"/>
          <a:ext cx="1005840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76400"/>
                <a:gridCol w="1676400"/>
                <a:gridCol w="1676400"/>
                <a:gridCol w="1676400"/>
                <a:gridCol w="1676400"/>
                <a:gridCol w="16764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Técnica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OGUsers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Exploit.in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Cracked.to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Nulled.io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RaidForums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BERTopic (en)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BERTopic (multilingual)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NER qwen2.5:14b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Burrows' Delta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qwen3-embedding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DEMO EN VIVO</a:t>
            </a:r>
          </a:p>
          <a:p>
            <a:pPr algn="ctr"/>
            <a:r>
              <a:t>Demo — EDA y detección de idioma</a:t>
            </a:r>
          </a:p>
          <a:p>
            <a:pPr algn="ctr"/>
            <a:r>
              <a:rPr sz="1400">
                <a:solidFill>
                  <a:srgbClr val="9AA3B5"/>
                </a:solidFill>
                <a:latin typeface="Arial"/>
              </a:rPr>
              <a:t>HackingForums/00_reconocimiento.ipynb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Arial"/>
              </a:rPr>
              <a:t>1.  Abrir notebook 00_reconocimiento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2.  EDA comparativo — tabla resumen de los 5 foros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3.  Detección de idioma por foro — gráfica de distribución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4.  Observar: Exploit.in claramente separado del resto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3</a:t>
            </a:r>
          </a:p>
          <a:p>
            <a:pPr algn="ctr"/>
            <a:r>
              <a:t>Red de co-participación y pivoting de handles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¿Quién es quién a través de los foros?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Red de co-participación — OGUsers como caso de estudio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717656"/>
            <a:ext cx="10084904" cy="2867218"/>
          </a:xfrm>
        </p:spPr>
        <p:txBody>
          <a:bodyPr wrap="square"/>
          <a:lstStyle/>
          <a:p>
            <a:r>
              <a:t>Grafo usuario↔usuario: arista si ambos postearon en el mismo hilo</a:t>
            </a:r>
          </a:p>
          <a:p>
            <a:r>
              <a:t>Muestra: hasta 5,000 threads → componente gigante con brokers identificables</a:t>
            </a:r>
          </a:p>
          <a:p>
            <a:r>
              <a:t>Betweenness centrality: revela intermediarios entre subcomunidades</a:t>
            </a:r>
          </a:p>
          <a:p>
            <a:r>
              <a:t>Visualización Plotly: top-150 nodos, color y tamaño por degree</a:t>
            </a:r>
          </a:p>
          <a:p>
            <a:r>
              <a:t>Los brokers de OGUsers son candidatos prioritarios a pivoting cross-foro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OGUsers a través de 4 brechas — por qué no una sola foto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717656"/>
            <a:ext cx="10084904" cy="2867218"/>
          </a:xfrm>
        </p:spPr>
        <p:txBody>
          <a:bodyPr wrap="square"/>
          <a:lstStyle/>
          <a:p>
            <a:r>
              <a:t>OGUsers fue filtrado 4 veces: 2019, 2020, 2021, 2022 — misma comunidad, 4 momentos distintos</a:t>
            </a:r>
          </a:p>
          <a:p>
            <a:r>
              <a:t>Comparar dos foros distintos una vez dice si dos comunidades se parecen</a:t>
            </a:r>
          </a:p>
          <a:p>
            <a:r>
              <a:t>Comparar la misma comunidad en 4 snapshots dice cómo evoluciona una identidad tras cada brecha</a:t>
            </a:r>
          </a:p>
          <a:p>
            <a:r>
              <a:t>Hallazgo: de ~111,621 handles de 2019, prácticamente todos siguen en 2022 (solo 1,332 desaparecen)</a:t>
            </a:r>
          </a:p>
          <a:p>
            <a:r>
              <a:t>El crecimiento (418,253 cuentas) es casi todo usuarios nuevos, no reemplazo de los viejos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Pivoting de handles — dos niveles de señal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23317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Matching exacto (alta precisión)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78892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Normalización: lowercase + strip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Coincidencia case-insensitive entre los 5 foros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Resultado: handles en ≥2 foros → candidatos a misma persona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Conservador pero sin falsos positivos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3317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Fuzzy matching (mayor cobertura)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78892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rapidfuzz con threshold ≥85%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Captura variaciones: user_v2, user_, user123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Enriquecido con similitud coseno de embeddings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Más ruido, pero detecta cambios deliberados de handle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Limpieza — el filtro epoch-0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Mismo patrón de limpieza que ya vimos en CardingForums (texto vacío, duplicados, epoch-0, texto corto)</a:t>
            </a:r>
          </a:p>
          <a:p>
            <a:r>
              <a:t>No lo repetimos en detalle — el foco de este caso es identidad y persistencia, no ingeniería de datos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4</a:t>
            </a:r>
          </a:p>
          <a:p>
            <a:pPr algn="ctr"/>
            <a:r>
              <a:t>LLM local y embeddings cross-foro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NER, BERTopic y perfilado multi-foro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NER en dominio hacking — entidades especializadas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Tipos estándar (PERSON, ORG) no son suficientes para el dominio underground</a:t>
            </a:r>
          </a:p>
          <a:p>
            <a:r>
              <a:t>Tipos específicos definidos: ALIAS, TOOL, MALWARE, CVE, MARKETPLACE</a:t>
            </a:r>
          </a:p>
          <a:p>
            <a:r>
              <a:t>Estrategia: top-50 usuarios × top-50 posts más largos (solo foros en inglés)</a:t>
            </a:r>
          </a:p>
          <a:p>
            <a:r>
              <a:t>Checkpoint automático cada 10 usuarios → reanudable si falla el LLM</a:t>
            </a:r>
          </a:p>
          <a:p>
            <a:r>
              <a:t>Exploit.in excluido: usar DeepPavlov/rubert o spacy ru_core_news_lg para ruso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Embeddings cross-foro — estrategia A vs 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Objetivo: representar a cada usuario con un vector para comparar entre foros</a:t>
            </a:r>
          </a:p>
          <a:p>
            <a:r>
              <a:t>A — embed_users: concatenar todos los posts → 1 vector/usuario (50K chars máx)</a:t>
            </a:r>
          </a:p>
          <a:p>
            <a:r>
              <a:t>C — centroids muestreados: top-50 posts más largos → 1 embedding/post, promedio</a:t>
            </a:r>
          </a:p>
          <a:p>
            <a:r>
              <a:t>Comparación Spearman: ρ(A vs C) indica si ambas estrategias preservan la misma estructura</a:t>
            </a:r>
          </a:p>
          <a:p>
            <a:r>
              <a:t>Con ~21K usuarios en A y ~11K en C, la comparativa valida la estrategia de muestreo</a:t>
            </a:r>
          </a:p>
          <a:p>
            <a:r>
              <a:t>qwen3-embedding (4096D) es multilingual → válido para Exploit.in en ruso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Burrows' Delta — por qué palabras función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Estilometría clásica: mide distancia de estilo con las palabras función más frecuentes</a:t>
            </a:r>
          </a:p>
          <a:p>
            <a:r>
              <a:t>Palabras función (the, and, of...) — no vocabulario de contenido, que cambia con el tema</a:t>
            </a:r>
          </a:p>
          <a:p>
            <a:r>
              <a:t>Δ(A,B) = promedio de |z-score(A) − z-score(B)| sobre esas palabras función</a:t>
            </a:r>
          </a:p>
          <a:p>
            <a:r>
              <a:t>Resistente a que el autor cambie de tema o de plataforma — a diferencia de TF-IDF/BERTopic</a:t>
            </a:r>
          </a:p>
          <a:p>
            <a:r>
              <a:t>Precomputado sobre OGUsers (sin recalcular): heatmap Delta entre los usuarios más activos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Señal combinada de atribución cross-foro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Ninguna señal sola basta para afirmar que dos usuarios son la misma persona</a:t>
            </a:r>
          </a:p>
          <a:p>
            <a:r>
              <a:t>Handle exacto o fuzzy: señal fuerte pero eludible (cambiar nombre es trivial)</a:t>
            </a:r>
          </a:p>
          <a:p>
            <a:r>
              <a:t>Similitud coseno de embeddings: captura estilo aunque el handle cambie</a:t>
            </a:r>
          </a:p>
          <a:p>
            <a:r>
              <a:t>Burrows' Delta cross-foro: misma distribución de palabras función → mismo autor</a:t>
            </a:r>
          </a:p>
          <a:p>
            <a:r>
              <a:t>Combinación: score = (handle_sim + 1 - delta_norm + embedding_sim) / 3</a:t>
            </a:r>
          </a:p>
          <a:p>
            <a:r>
              <a:t>Threshold práctico: score &gt; 0.7 con ≥2 señales → candidato de alta prioridad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DEMO EN VIVO</a:t>
            </a:r>
          </a:p>
          <a:p>
            <a:pPr algn="ctr"/>
            <a:r>
              <a:t>Demo — matching cross-foro</a:t>
            </a:r>
          </a:p>
          <a:p>
            <a:pPr algn="ctr"/>
            <a:r>
              <a:rPr sz="1400">
                <a:solidFill>
                  <a:srgbClr val="9AA3B5"/>
                </a:solidFill>
                <a:latin typeface="Arial"/>
              </a:rPr>
              <a:t>HackingForums/03_analisis_semantico.ipynb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Arial"/>
              </a:rPr>
              <a:t>1.  Abrir notebook 03_analisis_semantico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2.  Sección 7: similitud coseno cross-foro sobre los candidatos de pivoting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3.  Sección 8: heatmap de Burrows' Delta (OGUsers) y score combinado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4.  Observar los top candidatos a identidad compartida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5</a:t>
            </a:r>
          </a:p>
          <a:p>
            <a:pPr algn="ctr"/>
            <a:r>
              <a:t>Conclusiones y aprendizajes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Qué nos enseña el caso HackingForums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Resumen ejecutivo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8288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Hallazgos técnicos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48463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Bug real: IPS 3.x sin prefijo → falso positivo MyBB (3.2M posts perdidos)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Idioma mixto: Exploit.in ruso requiere pipeline separado en cada capa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Epoch-0: timestamps nulos distorsionan todo el análisis temporal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Cross-foro: handles exactos + fuzzy + embeddings = señal robusta de identidad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qwen3-embedding multilingual: un solo modelo para 5 foros en 2 idiomas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8288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Aprendizajes metodológicos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286000"/>
            <a:ext cx="48463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Detectar idioma ANTES de cualquier modelo NLP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Testear parsers con dumps reales — los schemas reales divergen del estándar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Validar rango de fechas antes de cualquier análisis temporal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La convergencia de señales supera a cualquier métrica aislada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El muestreo por longitud (top-N posts más largos) preserva señal estilométrica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¿Por qué este caso importa?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Los foros underground no operan en silos — los usuarios se mueven entre plataformas</a:t>
            </a:r>
          </a:p>
          <a:p>
            <a:r>
              <a:t>El pivoting de handles es la técnica central de atribución en threat intelligence</a:t>
            </a:r>
          </a:p>
          <a:p>
            <a:r>
              <a:t>Un solo bug de parser puede dejar fuera millones de posts — la ingeniería importa</a:t>
            </a:r>
          </a:p>
          <a:p>
            <a:r>
              <a:t>El idioma original es siempre mejor para estilometría, aunque dificulte el análisis</a:t>
            </a:r>
          </a:p>
          <a:p>
            <a:r>
              <a:t>Con 5 foros y 5 años de datos, este caso captura la evolución del ecosistema hacking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