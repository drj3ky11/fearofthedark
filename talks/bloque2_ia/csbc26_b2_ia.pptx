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Técnicas de análisis: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8C0CC"/>
                </a:solidFill>
                <a:latin typeface="Calibri"/>
              </a:rPr>
              <a:t>Embeddings, LLMs locales y estilometría computacional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754880"/>
            <a:ext cx="3291840" cy="411480"/>
          </a:xfrm>
          <a:prstGeom prst="rect">
            <a:avLst/>
          </a:prstGeom>
          <a:solidFill>
            <a:srgbClr val="2A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7731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6878"/>
                </a:solidFill>
                <a:latin typeface="Calibri"/>
              </a:rPr>
              <a:t>CSBC26 · Bloque 2 · 1h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10515600" cy="4572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Por qué los métodos clásicos no son suficientes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El vocabulario underground es opaco por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Las limitaciones del text mining clásico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TF-IDF y LDA tratan palabras como símbolos independientes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En underground el lenguaje es opaco: abreviaciones, leetspeak, eufemismos que cambian semana a semana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Dos posts sobre lo mismo pueden no compartir ni una sola palabra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actor que cambia de handle también puede cambiar de vocabulario deliberadamente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Necesitamos representaciones que capturen significado más allá de la frecuencia de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Embeddings — representaciones densas de significado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La geometría del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es un embedding?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Transforma texto en vector numérico donde distancia geométrica = similitud semántica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'rat' y 'trojan' en contexto underground quedan cerca aunque no compartan letras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'password' y 'contraseña' quedan cerca aunque sean idiomas distintos (modelos multilingües)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Permite clustering de usuarios por comportamiento de escritura sin depender del vocabulario exacto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Base de la estilometría computacional: la huella digital del escritor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Modelos de embedding — elección crítica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Modelos monolingües (inglés)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Mejor rendimiento en inglés puro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Fallan con texto mixto o multilingüe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text-embedding-ada-002, nomic-embed-text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Requieren traducción previa para otros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4E4E"/>
                </a:solidFill>
                <a:latin typeface="Calibri"/>
              </a:rPr>
              <a:t>Modelos multilingües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9202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B8C0CC"/>
                </a:solidFill>
                <a:latin typeface="Calibri"/>
              </a:rPr>
              <a:t>▸  Espacio vectorial compartido entre idiomas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Un post en ruso y uno en inglés sobre lo mismo → cercanos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qwen3-embedding (4096D), multilingual-e5</a:t>
            </a:r>
          </a:p>
          <a:p>
            <a:r>
              <a:rPr sz="1800">
                <a:solidFill>
                  <a:srgbClr val="B8C0CC"/>
                </a:solidFill>
                <a:latin typeface="Calibri"/>
              </a:rPr>
              <a:t>▸  Regla: si hay mezcla de idiomas, siempre multilingüe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regla del idioma original en embeddings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Para embeddings y estilometría: SIEMPRE trabajar en el idioma original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Traducir antes de embedear destruye la huella lingüística del autor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La huella es precisamente lo que queremos preservar para atribución de autoría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Un actor que escribe en ruso con ciertos tics sintácticos → esos tics desaparecen al traducir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Contraste con NER/topic modeling: ahí la traducción puede mejorar resultados (ver siguiente sección)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LLMs locales y NER en dominio específico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Privacidad no negociable con datos sensibles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La regla es simple: datos sensibles → modelo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Nunca se mandan leaks a APIs externas — ni OpenAI, ni Anthropic, ni Google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Ollama: corre modelos cuantizados (Q4/Q8) en hardware modesto sin salida de datos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qwen2.5:14b con Q4 → 16GB RAM, respuestas en segundos, sin nube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El tradeoff: latencia local vs. riesgo de fuga de datos de personas reales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Con datos underground, el riesgo supera siempre al coste de latencia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NER zero-shot en dominio underground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NER estándar (spaCy, BERT) falla: no fue entrenado con texto underground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Zero-shot con LLM local: describir el tipo de entidad en el prompt, extraer directamente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Tipos de entidad útiles en este dominio: ALIAS, TOOL, MALWARE, CVE, MARKETPLACE, WALLET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Estrategia: muestra de top-N usuarios × top-M posts más largos + checkpoint automático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Para texto no inglés: el LLM rinde mejor en inglés → traducir el texto primero es aceptable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¿Por qué es aceptable aquí? Para NER no importa el estilo, solo las entidades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Idioma original vs. traducción — regla según técnica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0515600" cy="43891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232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1060" y="1385880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64792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32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✗ nunca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1060" y="1814792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Traducir destruye la huella estilométrica del autor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203704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Estilometría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32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SIEMPRE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✗ nunca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1060" y="2253704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La señal ES el estilo — no sobrevive la traducción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42616"/>
            <a:ext cx="10515600" cy="438912"/>
          </a:xfrm>
          <a:prstGeom prst="rect">
            <a:avLst/>
          </a:prstGeom>
          <a:solidFill>
            <a:srgbClr val="22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NER con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232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Si el modelo lo soporta bien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el modelo base es inglés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1060" y="2692616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Para NER importa la entidad, no el estilo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081528"/>
            <a:ext cx="10515600" cy="438912"/>
          </a:xfrm>
          <a:prstGeom prst="rect">
            <a:avLst/>
          </a:prstGeom>
          <a:solidFill>
            <a:srgbClr val="1E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Topic modeling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32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Con modelo multilingüe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✓ si no hay modelo del idioma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1060" y="3131528"/>
            <a:ext cx="25374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0CC"/>
                </a:solidFill>
                <a:latin typeface="Calibri"/>
              </a:rPr>
              <a:t>Los topics son semánticos, no estilísticos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0" y="7315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52545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94E4E"/>
                </a:solidFill>
                <a:latin typeface="Calibri"/>
              </a:rPr>
              <a:t>SECCIÓN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Estilometría computacional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8C0CC"/>
                </a:solidFill>
                <a:latin typeface="Calibri"/>
              </a:rPr>
              <a:t>La huella digital del escritor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Burrows' Delta — el estándar de atribución de autoría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Mide la distribución de frecuencias de las N palabras más comunes, normalizada por z-score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Esas palabras son las 'funcionales': artículos, preposiciones, conjunciones — difíciles de suprimir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Delta bajo entre dos textos → mismo perfil de frecuencias → mismo autor probable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No depende del tema — solo del estilo de escritura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Limitación: en corpus ideológicamente homogéneo el poder discriminante baja (vocabulario compartido)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Complementar siempre con señales independientes: temporal, red, handle matching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097280"/>
            <a:ext cx="10515600" cy="27432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Convergencia de señales — el principio de atribución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Ninguna señal sola es evidencia de identidad — la convergencia sí lo es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Handle exacto o fuzzy: fácil de cambiar, pero mucha gente no lo hace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Similitud coseno de embeddings: captura estilo aunque cambie el vocabulario deliberadamente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Burrows' Delta: captura palabras función que el autor no controla conscientemente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Análisis temporal: el timezone real es muy difícil de falsificar de forma consistente</a:t>
            </a:r>
          </a:p>
          <a:p>
            <a:pPr algn="l" marL="0" indent="-228600"/>
            <a:r>
              <a:rPr sz="2000" b="0">
                <a:solidFill>
                  <a:srgbClr val="B8C0CC"/>
                </a:solidFill>
                <a:latin typeface="Calibri"/>
              </a:rPr>
              <a:t>▸  Regla práctica: ≥3 señales convergentes → candidato que merece investigación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E94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94E4E"/>
                </a:solidFill>
                <a:latin typeface="Calibri"/>
              </a:rP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Demo — embeddings y clustering de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CardingForums/01_carding_forums.ipynb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B8C0CC"/>
                </a:solidFill>
                <a:latin typeface="Calibri"/>
              </a:rPr>
              <a:t>1.  Generar embeddings de usuarios (precomputado, mostrar código)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2.  UMAP: reducir 4096D → 2D preservando estructura de vecindad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3.  HDBSCAN: detectar clusters sin fijar K — ver grupos emergentes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4.  Hover en visualización Plotly: identificar patrones por cluster</a:t>
            </a:r>
          </a:p>
          <a:p>
            <a:r>
              <a:rPr sz="1900">
                <a:solidFill>
                  <a:srgbClr val="B8C0CC"/>
                </a:solidFill>
                <a:latin typeface="Calibri"/>
              </a:rPr>
              <a:t>5.  Calcular similitud coseno entre pares → candidatos a misma identidad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