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Técnicas de análisis: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0CC"/>
                </a:solidFill>
                <a:latin typeface="Calibri"/>
              </a:rPr>
              <a:t>Embeddings, LLMs locales y estilometría computacional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3291840" cy="41148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CSBC26 · Bloque 2 · 1h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0515600" cy="4572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Por qué los métodos clásicos no son suficientes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El vocabulario underground es opaco por diseño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Las limitaciones del text mining clásico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TF-IDF y LDA tratan palabras como símbolos independientes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En underground el lenguaje es opaco: abreviaciones, leetspeak, eufemismos que cambian semana a semana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Dos posts sobre lo mismo pueden no compartir ni una sola palabra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Un actor que cambia de handle también puede cambiar de vocabulario deliberadamente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Necesitamos representaciones que capturen significado más allá de la frecuencia de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Embeddings — representaciones densas de significado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La geometría del texto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¿Qué es un embedding?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Transforma texto en vector numérico donde distancia geométrica = similitud semántica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'rat' y 'trojan' en contexto underground quedan cerca aunque no compartan letras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'password' y 'contraseña' quedan cerca aunque sean idiomas distintos (modelos multilingües)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Permite clustering de usuarios por comportamiento de escritura sin depender del vocabulario exacto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Base de la estilometría computacional: la huella digital del escritor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Modelos de embedding — elección crítica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Modelos monolingües (inglés)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Mejor rendimiento en inglés puro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Fallan con texto mixto o multilingüe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text-embedding-ada-002, nomic-embed-text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Requieren traducción previa para otros idiomas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Modelos multilingües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Espacio vectorial compartido entre idiomas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Un post en ruso y uno en inglés sobre lo mismo → cercanos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qwen3-embedding (4096D), multilingual-e5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Regla: si hay mezcla de idiomas, siempre multilingüe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 regla del idioma original en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Para embeddings y estilometría: SIEMPRE trabajar en el idioma original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Traducir antes de embedear destruye la huella lingüística del autor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La huella es precisamente lo que queremos preservar para atribución de autoría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Un actor que escribe en ruso con ciertos tics sintácticos → esos tics desaparecen al traducir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Contraste con NER/topic modeling: ahí la traducción puede mejorar resultados (ver siguiente sección)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¿Cuántos posts embedear por usuario? — comparativa de estrategias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Estrategia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Posts por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GPU (IronMarch)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Spearman ρ vs. full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3858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Cuándo usarla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 — concat 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todos (máx. 50K chars)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8147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Dataset pequeño o usuarios con pocos posts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B — full centroid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todos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~9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25370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Solo como referencia — inviable en producción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 — top-50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50 más largos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2h 35min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0.799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69261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GPU limitada o usuarios con &lt;100 posts típicos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D — top-100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100 más largos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3h 33min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0.860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31315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Caso general — mejor ratio fidelidad/coste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520440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5704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E — top-150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35704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150 más largos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5704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4h 12min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5704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0.896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35704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Máxima fidelidad con presupuesto de tiempo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878"/>
                </a:solidFill>
                <a:latin typeface="Calibri"/>
              </a:rPr>
              <a:t>ℹ  Regla práctica: mirar el percentil 90 de posts/usuario. Si P90 &lt; 50 → C=D=E (no hay suficientes posts). Si P90 &gt; 100 → D es el punto óptimo.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¿Cuándo NO usar 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Usuarios con pocos posts: si el 90% tiene menos de 50 posts → C, D y E dan el mismo resultado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Dataset muy grande (&gt;50K usuarios): C puede ser suficiente para reducir coste de GPU a la mitad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Exploración rápida: A (concat truncado) es el más rápido y sin muestreo — bueno para iterar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Corpus muy corto por usuario (tweets, mensajes de chat): A es mejor porque hay poco que muestrear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Regla: siempre revisar la distribución de posts/usuario ANTES de elegir estrategia (notebook 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LLMs locales y NER en dominio específico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Privacidad no negociable con datos sensibles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 regla es simple: datos sensibles → modelo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Nunca se mandan leaks a APIs externas — ni OpenAI, ni Anthropic, ni Google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Ollama: corre modelos cuantizados (Q4/Q8) en hardware modesto sin salida de datos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qwen2.5:14b con Q4 → 16GB RAM, respuestas en segundos, sin nube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tradeoff: latencia local vs. riesgo de fuga de datos de personas reales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Con datos underground, el riesgo supera siempre al coste de latencia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NER zero-shot en dominio underground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NER estándar (spaCy, BERT) falla: no fue entrenado con texto underground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Zero-shot con LLM local: describir el tipo de entidad en el prompt, extraer directamente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Tipos de entidad útiles en este dominio: ALIAS, TOOL, MALWARE, CVE, MARKETPLACE, WALLET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Estrategia: muestra de top-N usuarios × top-M posts más largos + checkpoint automático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Para texto no inglés: el LLM rinde mejor en inglés → traducir el texto primero es aceptable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¿Por qué es aceptable aquí? Para NER no importa el estilo, solo las entidades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Idioma original vs. traducción — regla según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3260" y="1385880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385880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1060" y="1385880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Por qué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14792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3260" y="1814792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SIEMPRE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814792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✗ nunca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1060" y="1814792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Traducir destruye la huella estilométrica del autor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53704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Estilometría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3260" y="2253704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SIEMPRE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253704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✗ nunca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1060" y="2253704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La señal ES el estilo — no sobrevive la traducción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2616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NER con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3260" y="2692616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Si el modelo lo soporta bien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692616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si el modelo base es inglés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1060" y="2692616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Para NER importa la entidad, no el estilo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131528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Topic modeling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3260" y="3131528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Con modelo multilingüe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131528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 si no hay modelo del idioma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60" y="3131528"/>
            <a:ext cx="25374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Los topics son semánticos, no estilísticos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Estilometría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La huella digital del escritor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Burrows' Delta — el estándar de atribución de autoría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Mide la distribución de frecuencias de las N palabras más comunes, normalizada por z-score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Esas palabras son las 'funcionales': artículos, preposiciones, conjunciones — difíciles de suprimir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Delta bajo entre dos textos → mismo perfil de frecuencias → mismo autor probable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No depende del tema — solo del estilo de escritura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Limitación: en corpus ideológicamente homogéneo el poder discriminante baja (vocabulario compartido)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Complementar siempre con señales independientes: temporal, red, handle matching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Convergencia de señales — el principio de atribución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Ninguna señal sola es evidencia de identidad — la convergencia sí lo 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Handle exacto o fuzzy: fácil de cambiar, pero mucha gente no lo hace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Similitud coseno de embeddings: captura estilo aunque cambie el vocabulario deliberadamente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Burrows' Delta: captura palabras función que el autor no controla conscientemente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Análisis temporal: el timezone real es muy difícil de falsificar de forma consistente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Regla práctica: ≥3 señales convergentes → candidato que merece investigación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embeddings y clustering de usuarios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CardingForums/01_carding_forums.ipynb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Generar embeddings de usuarios (precomputado, mostrar código)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UMAP: reducir 4096D → 2D preservando estructura de vecindad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HDBSCAN: detectar clusters sin fijar K — ver grupos emergentes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Hover en visualización Plotly: identificar patrones por cluster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5.  Calcular similitud coseno entre pares → candidatos a misma identidad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