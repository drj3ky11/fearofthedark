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Técnicas de análisis: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Explorar antes de modelar — estadística, redes y text mining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Bloque 1 · 1h 30min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problema de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Datos sucios en volúmenes moderados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significa 'big data' en este contexto?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No estamos en Hadoop: millones de registros, no billones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problema real: datos sucios, schemas inconsistentes, duplicados, texto multilingüe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Primero explorar, luego analizar — no al revés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curva power-law es universal en foros: el 1% de usuarios genera el 80% del contenido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 usuario con 1 post puede ser más relevante que uno con 10.000 si el post es crítico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de oro: entender la forma del dataset antes de aplicar cualquier modelo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Estadística descriptiva — métricas básicas obligatorias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Distribución de usuarios por actividad: siempre power-law, siempre asimétrica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Evolución temporal: cuándo creció el foro, cuándo murió, qué eventos marcaron inflexiones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Distribución geográfica: inferida por timezone de los timestamps (no por lo que declara el usuario)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Densidad de contenido: ratio posts/usuario, longitud media, varianza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Siempre validar rangos: timestamps en 1970 = epoch-0 corrupto, no datos de los 70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Siempre validar recuentos: ¿cuántos usuarios esperabas? ¿cuántos cargaste?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Análisis de red social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Los foros son grafos — úsalos como tales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Grafos de interacción — la estructura oculta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Cada respuesta en un hilo es una arista dirigida entre dos usuarios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Degree centrality: quién tiene más conexiones directas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Betweenness centrality: quién actúa de puente entre subgrupos (los brokers)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Algoritmos de detección de comunidades: Louvain sin necesidad de especificar K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NetworkX + Plotly para visualización interactiva sin servidor externo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Limitación práctica: muestra de 5.000 threads para grafos manejables en 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Dos tipos de red en un mismo foro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pública (hilos y posts)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Aristas visibles a todos los miembros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Refleja influencia pública y reputación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Broker: el usuario más citado/respondido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Sesgada hacia los usuarios más activos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Red privada (mensajes privados)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Aristas ocultas — datos rarísimos en leaks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Refleja confianza real entre actores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Broker privado ≠ broker público (casi siempre)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Cuando está disponible, es el dato más valioso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Pivoting de identidades — el análisis más potente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Hipótesis: los operadores reutilizan handles, emails y patrones de comportamiento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Paso 1: normalizar identidades (lowercase, eliminar variaciones comunes)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Paso 2: matching exacto → matches de alta confianza sin falsos positivos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Paso 3: fuzzy matching (rapidfuzz, threshold ≥85%) → variaciones deliberadas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Resultado: grafo de identidades donde un nodo es el mismo actor en N plataformas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Esto es pivoting manual — la base de cualquier investigación cross-foro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Análisis temporal y text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Tiempo y frecuencia antes de semántica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Análisis temporal — la dimensión más ignorada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Patrones horarios: revelan timezone real independientemente de lo que declara el usuario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Patrones semanales: diferencia profesionales (horario laboral) de aficionados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Evolución anual: ciclo de vida del foro — crecimiento, madurez, declive tras arrests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Detección de spikes: z-score sobre series temporales (umbral: µ + 2σ)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Correlación con eventos externos: arrestos, operaciones policiales, filtraciones competidoras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cuándo a veces importa tanto como el qué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Text mining clásico — rápido y sin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TF-IDF: términos más discriminantes por foro, por período, por subgrupo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LDA (Latent Dirichlet Allocation): topic modeling sin etiquetar nada manualmente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Sin GPU, sin modelos grandes — estadística pura sobre frecuencias de tokens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Funciona bien incluso con texto ruidoso, slang y abreviaciones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Limitación crítica: requiere que stopwords y tokenización soporten el idioma del texto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Texto en ruso con pipeline inglés → las stopwords no se eliminan → resultado basura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Idioma original vs. traducción — cuándo importa en Big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32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10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TF-IDF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32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 hay stopwords del idioma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 no hay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10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Las stopwords en inglés no eliminan preposiciones rusas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32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con tokenización correcta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Aceptable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10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Sin tokenizador multilingüe, los topics son ruido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Estadística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2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siempre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No necesaria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10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Longitud, fechas, recuentos no dependen del idioma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Red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32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siempre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No necesaria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Las aristas del grafo son independientes del idioma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EDA y análisis de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CardingForums/01_carding_forums.ipynb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Cargar dataset con load_forum() — auto-detección de formato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Estadística descriptiva: distribución de usuarios, posts por fecha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Construir grafo usuario↔usuario desde threads compartidos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Calcular betweenness centrality → identificar brokers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5.  Visualización Plotly interactiva: top-N nodos por degree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