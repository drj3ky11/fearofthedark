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El ecosistema de leaks underground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8C0CC"/>
                </a:solidFill>
                <a:latin typeface="Calibri"/>
              </a:rPr>
              <a:t>De dónde vienen los datos y qué encontramos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3291840" cy="41148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773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878"/>
                </a:solidFill>
                <a:latin typeface="Calibri"/>
              </a:rPr>
              <a:t>CSBC26 · Bloque 0 · 45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10515600" cy="4572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De dónde vienen los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Tres vías principales de filtración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¿Cómo llega un leak al espacio público?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Hackeo directo: explotación de vulnerabilidad en el servidor del foro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Filtración interna: miembro descontento, admin que abandona, búsqueda de notoriedad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Repositorios de redistribución: plataformas que actúan como mercado de breaches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Una vez en circulación: Telegram especializado, foros underground, paste sites, dark web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El mismo ecosistema que genera los datos también los redistribuye — y a su vez es brecheado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¿Qué encontramos en un leak?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Dumps de bases de datos: el grueso del material — usuarios, posts, IPs, emails, fechas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Logs de chat internos: comunicaciones sin filtro entre operadores (el material más valioso)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Flat files de credenciales: útiles para pivoting, pobres en contexto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Source code filtrado: paneles de administración, herramientas de ataque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Configuraciones de infraestructura: IPs, dominios, credenciales de servicios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Tier list — utilidad para investigación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515600" cy="43891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588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9560" y="138588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4760" y="138588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Por qué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64792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14792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9560" y="1814792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Chat logs internos (Conti, BlackBasta)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4760" y="1814792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Sin filtro entre operadores: estructura, TTPs, roles, conflictos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03704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53704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9560" y="2253704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Dumps SQL de foros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4760" y="2253704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Usuarios, posts, IPs, fechas → red, atribución, correlación cross-foro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42616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692616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9560" y="2692616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Flat files de credenciales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4760" y="2692616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Útiles para pivoting, sin narrativa ni contexto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81528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131528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9560" y="3131528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Source code / configs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4760" y="3131528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Muy específicos, requieren expertise técnico profundo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878"/>
                </a:solidFill>
                <a:latin typeface="Calibri"/>
              </a:rPr>
              <a:t>ℹ  No todos los leaks son iguales. Un post con info de acceso a infraestructura crítica vale más que 10K posts de relleno.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Formatos y su realidad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Los datos rara vez llegan limpios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Formatos habituales — lo que nos encontramos realmente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vBulletin SQL: formato dominante en foros underground 2000-2020, encoding cp1251 (cirílico)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IPS (Invision Power Suite): prefijos de tabla variables, varias versiones mayores con schema distinto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MyBB: open source, más predecible, pero con variantes de prefijo por instalación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JSON estructurado: chat logs modernos (Telegram, Slack/Rocket.Chat) — más limpio pero campo-inconsistente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Flat files: sin schema, delimitadores arbitrarios, calidad de dato muy variable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En la práctica: encodings mixtos, tablas renombradas, backups incompletos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Tier list — facilidad técnica de procesamiento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515600" cy="43891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588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9560" y="138588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Formato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4760" y="138588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Por qué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64792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14792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9560" y="1814792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JSON estructurado (Telegram, chat logs)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4760" y="1814792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Schema conocido, parseable directamente, encoding limpio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03704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53704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9560" y="2253704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vBulletin / IPS estándar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4760" y="2253704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Schema documentado, hay parsers, columnas predecibles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42616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692616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9560" y="2692616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vBulletin / IPS con variantes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4760" y="2692616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Requiere detección automática de versión y prefijo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81528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131528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9560" y="3131528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Flat files delimitados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4760" y="3131528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Hay que inferir el schema caso a caso — cada dump es diferente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20440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57044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9560" y="357044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Dumps custom / propietarios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4760" y="357044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Sin documentación, requieren ingeniería inversa del schema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El parser como primera línea de análisis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Un parser mal calibrado puede dejar fuera millones de registros sin advertencia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Estrategia: auto-detección de versión + validación de recuento contra tablas de metadatos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El encoding importa: cp1251 mal interpretado como UTF-8 → datos corruptos sin error visible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Siempre verificar: ¿cuántos registros esperábamos? ¿cuántos cargamos? ¿la diferencia tiene explicación?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La ingeniería de datos en leaks no es limpieza de datos — es arqueología de schemas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El ecosistema como 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Plataformas que se monitorizan entre sí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La paradoja del ecosistema de leaks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Los foros que distribuyen breaches son ellos mismos brecheados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RaidForums distribuía leaks → fue seized por Europol en 2022 → su propia BD fue publicada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BreachForums reemplazó a RaidForums → fue seized en 2023 y 2024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Los operadores migran de plataforma en plataforma — los handles persisten aunque la plataforma muera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Esto crea una cadena de datos: el mismo actor puede aparecer en 5 plataformas distintas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El ecosistema es autorreferencial: para investigarlo hay que estar dentro de él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Dos tipos de valor analítico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Valor inmediato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Credenciales activas para acceso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IPs y dominios de infraestructura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Datos personales para identificación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TTPs documentados (cómo operan)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Valor de inteligencia a largo plazo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Patrones de comportamiento estables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Redes de confianza entre actores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Evolución de vocabulario y técnicas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Identidades cruzadas entre plataformas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