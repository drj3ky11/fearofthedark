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Caso más grande del curso: ~1M cuentas, 10 dumps 2009-2021</a:t>
            </a:r>
          </a:p>
          <a:p>
            <a:r>
              <a:t>Pregunta: cómo se reparte el trabajo en un mercado sin jerarquía única</a:t>
            </a:r>
          </a:p>
          <a:p>
            <a:r>
              <a:t>Hilo conductor: comunidades + especialización, no perfilado individual</a:t>
            </a:r>
          </a:p>
          <a:p>
            <a:r>
              <a:t>→ arranca: datasets y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Entender qué tenemos antes de tocar un post</a:t>
            </a:r>
          </a:p>
          <a:p>
            <a:r>
              <a:t>Gancho breve — el detalle está en el notebook 00</a:t>
            </a:r>
          </a:p>
          <a:p>
            <a:r>
              <a:t>→ base de todo lo siguiente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Columna fechas: 12 años de actividad, 2009-2021</a:t>
            </a:r>
          </a:p>
          <a:p>
            <a:r>
              <a:t>Carder.pro: cirílico, se detecta o rompe</a:t>
            </a:r>
          </a:p>
          <a:p>
            <a:r>
              <a:t>CardingMafia/Cardmafia.cc: mismo leak, dos nombres</a:t>
            </a:r>
          </a:p>
          <a:p>
            <a:r>
              <a:t>→ sigue: gancho de apertura con los dos bugs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Gancho, no sección profunda — detalle en notebook 00</a:t>
            </a:r>
          </a:p>
          <a:p>
            <a:r>
              <a:t>Dump duplicado: mismo tamaño en bytes, mismo contenido</a:t>
            </a:r>
          </a:p>
          <a:p>
            <a:r>
              <a:t>Flat file: 0 filas sin error, parser equivocado</a:t>
            </a:r>
          </a:p>
          <a:p>
            <a:r>
              <a:t>→ sigue: reconocimiento y limpieza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conocemos archivos y formatos, toca cuantificar y limpiar</a:t>
            </a:r>
          </a:p>
          <a:p>
            <a:r>
              <a:t>Escala real: casi 1M usuarios</a:t>
            </a:r>
          </a:p>
          <a:p>
            <a:r>
              <a:t>Mismos problemas de siempre: timestamps, texto vacío, duplicados</a:t>
            </a:r>
          </a:p>
          <a:p>
            <a:r>
              <a:t>A mayor escala, más cuidado, no menos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 obliga a reglas sistemáticas, no revisión fila a fila</a:t>
            </a:r>
          </a:p>
          <a:p>
            <a:r>
              <a:t>Rango 2009-2016, pero hay timestamps corruptos</a:t>
            </a:r>
          </a:p>
          <a:p>
            <a:r>
              <a:t>vBulletin domina: se reutiliza parseo de casos previos</a:t>
            </a:r>
          </a:p>
          <a:p>
            <a:r>
              <a:t>→ sigue: cuantificamos ese ruido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18.8% con joindate inválido, epoch-0 o nulo</a:t>
            </a:r>
          </a:p>
          <a:p>
            <a:r>
              <a:t>Mismo patrón que en HackingForums, no es casualidad</a:t>
            </a:r>
          </a:p>
          <a:p>
            <a:r>
              <a:t>58,939 posts vacíos: contenido borrado por moderación</a:t>
            </a:r>
          </a:p>
          <a:p>
            <a:r>
              <a:t>4% descartado antes de red o topics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00: tabla usuarios/posts por foro, escala en números</a:t>
            </a:r>
          </a:p>
          <a:p>
            <a:r>
              <a:t>Timeline de registros: saltos raros = timestamps corruptos</a:t>
            </a:r>
          </a:p>
          <a:p>
            <a:r>
              <a:t>Sección 7: completitud de campos de contacto</a:t>
            </a:r>
          </a:p>
          <a:p>
            <a:r>
              <a:t>Notebook 01, sección 5: conteos antes/después de limpieza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limpios → pregunta central del caso</a:t>
            </a:r>
          </a:p>
          <a:p>
            <a:r>
              <a:t>¿Cómo se organiza un mercado sin jerarquía única?</a:t>
            </a:r>
          </a:p>
          <a:p>
            <a:r>
              <a:t>Estadística de grafos pura, sin IA generativa</a:t>
            </a:r>
          </a:p>
          <a:p>
            <a:r>
              <a:t>→ el hilo conductor de todo el caso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Nodo=usuario, arista=co-participación en thread</a:t>
            </a:r>
          </a:p>
          <a:p>
            <a:r>
              <a:t>Componente gigante: 11,113 nodos tras filtrado</a:t>
            </a:r>
          </a:p>
          <a:p>
            <a:r>
              <a:t>Degree y betweenness centrality sobre esa componente</a:t>
            </a:r>
          </a:p>
          <a:p>
            <a:r>
              <a:t>Betweenness por muestreo k=500 — exacto es inviable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 filtro: hilo masivo mezcla comunidades sin relación real</a:t>
            </a:r>
          </a:p>
          <a:p>
            <a:r>
              <a:t>Regla: &gt;=2 threads compartidos, no 1</a:t>
            </a:r>
          </a:p>
          <a:p>
            <a:r>
              <a:t>Aplicar ANTES de Louvain, no como corrección posterior</a:t>
            </a:r>
          </a:p>
          <a:p>
            <a:r>
              <a:t>→ sigue: qué encuentra Louvain con este grafo limpio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Louvain no fija K, k-means sí — aquí no hay coordenadas naturales</a:t>
            </a:r>
          </a:p>
          <a:p>
            <a:r>
              <a:t>Modularidad como criterio, escala a decenas de miles de nodos</a:t>
            </a:r>
          </a:p>
          <a:p>
            <a:r>
              <a:t>21 comunidades: homogéneas = círculo cerrado de un foro</a:t>
            </a:r>
          </a:p>
          <a:p>
            <a:r>
              <a:t>Comunidad mixta = nota de pasada, no repetir atribución de HackingForums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Louvain solo mide conexiones, BERTopic solo mide contenido — señales independientes</a:t>
            </a:r>
          </a:p>
          <a:p>
            <a:r>
              <a:t>Si coinciden: especialización real, no ruido del grafo</a:t>
            </a:r>
          </a:p>
          <a:p>
            <a:r>
              <a:t>TF-IDF por subforo ya apuntaba a esto</a:t>
            </a:r>
          </a:p>
          <a:p>
            <a:r>
              <a:t>→ confirma vendedores de dumps, cashers, tutoriales como grupos reales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02: scatter degree vs. betweenness</a:t>
            </a:r>
          </a:p>
          <a:p>
            <a:r>
              <a:t>Nodos conectados ≠ nodos puente, distinguirlos</a:t>
            </a:r>
          </a:p>
          <a:p>
            <a:r>
              <a:t>Sección 4: composición de comunidades por foro</a:t>
            </a:r>
          </a:p>
          <a:p>
            <a:r>
              <a:t>Notebook 03: cruce comunidad × topic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Entra el LLM local solo para embeddings y topics</a:t>
            </a:r>
          </a:p>
          <a:p>
            <a:r>
              <a:t>Objetivo: confirmar la especialización que sugiere la red</a:t>
            </a:r>
          </a:p>
          <a:p>
            <a:r>
              <a:t>El perfilado individual de roles no es el foco aquí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Umbral mínimo 10 posts para embedding confiable</a:t>
            </a:r>
          </a:p>
          <a:p>
            <a:r>
              <a:t>Solo 9,550 de ~1M usuarios pasan el filtro</a:t>
            </a:r>
          </a:p>
          <a:p>
            <a:r>
              <a:t>Cap de 50K caracteres, evita colgar Ollama</a:t>
            </a:r>
          </a:p>
          <a:p>
            <a:r>
              <a:t>UMAP+HDBSCAN y BERTopic, insumo para el cruce con comunidades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NER+perfilado existe en el notebook, pero como contraste</a:t>
            </a:r>
          </a:p>
          <a:p>
            <a:r>
              <a:t>Ransomware profundiza esta técnica, aquí no se repite</a:t>
            </a:r>
          </a:p>
          <a:p>
            <a:r>
              <a:t>Matiz que se conserva: contador de posts del foro puede mentir</a:t>
            </a:r>
          </a:p>
          <a:p>
            <a:r>
              <a:t>→ sigue: conclusiones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del dump crudo a la anatomía de un mercado</a:t>
            </a:r>
          </a:p>
          <a:p>
            <a:r>
              <a:t>Conclusiones aplicables a otros casos y trabajo futuro</a:t>
            </a:r>
          </a:p>
          <a:p>
            <a:r>
              <a:t>Qué es técnica reutilizable, qué es específico del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Dump duplicado y flat file: verificar entrada no es opcional</a:t>
            </a:r>
          </a:p>
          <a:p>
            <a:r>
              <a:t>Louvain sobre k-means: la estructura es un grafo, no coordenadas</a:t>
            </a:r>
          </a:p>
          <a:p>
            <a:r>
              <a:t>Filtrar aristas triviales antes de Louvain, no después</a:t>
            </a:r>
          </a:p>
          <a:p>
            <a:r>
              <a:t>Cruzar red + contenido confirma, no asume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la audiencia: ¿mejor caso para probar escala?</a:t>
            </a:r>
          </a:p>
          <a:p>
            <a:r>
              <a:t>3 formatos conviviendo, pipeline sostiene todo</a:t>
            </a:r>
          </a:p>
          <a:p>
            <a:r>
              <a:t>Calidad depende de ingeniería de datos 'aburrida'</a:t>
            </a:r>
          </a:p>
          <a:p>
            <a:r>
              <a:t>Anatomía de mercado sin perfilar a cada actor</a:t>
            </a:r>
          </a:p>
          <a:p>
            <a:r>
              <a:t>Cierre del caso Carding Forums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Caso Carding Forums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Anatomía de un mercado: comunidades, especialización y quién conecta con quién (2009–2021)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Datasets y formatos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Diez archivos, tres formatos, un duplicado escondido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Los foros evaluados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Fecha del dump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Formato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Notas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Carder.su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2009-02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Uno de los primeros foros importantes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Carding.biz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2009-11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Cardersplanet.biz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2010-05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Carders.cc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2010-12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Carder.pro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2013-04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Foro ruso, encoding cp1251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Cardingmafia.ws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2016-02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Colon-delimited, solo tabla user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Crdshop.su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2016-11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Elitecarders.name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2016-08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CardingMafia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2021-03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Mismo leak que Cardmafia.cc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Cardmafia.cc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2021-03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SQL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Mismo leak que CardingMafia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943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9 foros distintos esperados según el reconocimiento inicial — la tabla real tiene 10 archivos.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bugs de entrada — gancho antes de analizar nada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list_forums() devolvía 10 archivos para 9 foros esperados: CardingMafia y Cardmafia.cc son el mismo leak subido dos veces (mismo tamaño en bytes, mismo contenido verificado)</a:t>
            </a:r>
          </a:p>
          <a:p>
            <a:r>
              <a:t>Cardingmafia.ws no es SQL: es un flat file colon-delimited que el parser vBulletin ignoraba con 0 filas, sin error visible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Fix único para ambos: load_forum() auto-detecta formato antes de elegir parser — el detalle completo está en el notebook 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Reconocimiento y limpieza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Notebooks 00 y 01 — de dump crudo a datos confiables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dataset en cifras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949,816 usuarios y 1,470,866 posts across 10 dumps</a:t>
            </a:r>
          </a:p>
          <a:p>
            <a:r>
              <a:t>209,406 threads y 876,935 mensajes privados</a:t>
            </a:r>
          </a:p>
          <a:p>
            <a:r>
              <a:t>Rango temporal: 2009 a 2016 (con timestamps corruptos que hay que filtrar antes de confiar en esto)</a:t>
            </a:r>
          </a:p>
          <a:p>
            <a:r>
              <a:t>vBulletin es el formato dominante — mismo problema de encoding que otros casos del curso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Limpieza — los mismos problemas de siempre, otra escala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178,420 usuarios con joindate inválido (epoch-0 o nulo) — 18.8% del total</a:t>
            </a:r>
          </a:p>
          <a:p>
            <a:r>
              <a:t>16,206 posts con timestamp fuera de rango (antes de 2000 o después de 2025)</a:t>
            </a:r>
          </a:p>
          <a:p>
            <a:r>
              <a:t>58,939 posts con texto vacío o menor a 5 caracteres — posts borrados por moderación</a:t>
            </a:r>
          </a:p>
          <a:p>
            <a:r>
              <a:t>Deduplicación por (userid, forum): filas repetidas por errores de exportación del dump</a:t>
            </a:r>
          </a:p>
          <a:p>
            <a:r>
              <a:t>1,470,866 → 1,412,107 posts limpios — un 4% se descarta antes de cualquier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Mismo patrón epoch-0 que en HackingForums: nunca confíes en un timestamp sin validar su rango primero.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reconocimiento y limpieza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CardingForums/00_reconocimiento.ipynb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00_reconocimiento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6: tabla de usuarios y posts por foro, timeline de registros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7: validación de calidad — completitud de campos de contacto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Notebook 01, sección 5: resumen de limpieza con conteos antes/después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Red de co-participación y comunidades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02 — cómo se reparte el trabajo en un mercado entero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Construcción del grafo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Nodo = usuario. Arista = co-participación en el mismo thread, peso = threads compartidos</a:t>
            </a:r>
          </a:p>
          <a:p>
            <a:r>
              <a:t>Componente gigante resultante: 11,113 nodos tras el filtrado</a:t>
            </a:r>
          </a:p>
          <a:p>
            <a:r>
              <a:t>Degree centrality (conexiones directas) y betweenness centrality (rol de puente) sobre esa componente</a:t>
            </a:r>
          </a:p>
          <a:p>
            <a:r>
              <a:t>betweenness se calcula por muestreo (k=500) — exacto es inviable en grafos de este tamaño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Por qué filtrar aristas de un solo thread compartido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Sin este filtro, Louvain fusiona comunidades ajenas por coincidir una vez en un hilo masivo.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0149840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978408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MIN_SHARED_THREADS = 2
# Solo mantenemos una arista si coincidieron en &gt;= 2 threads
strong_edges = edges_df[edges_df['shared_threads'] &gt;= MIN_SHARED_THREADS]
# Aristas de '1 thread compartido' = ruido: dos usuarios que
# postearon una vez en un hilo de cientos de participantes
# no tienen ninguna relación real entre sí.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El filtro se aplica ANTES de correr Louvain, no después — si no, ya está contaminada la partición.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Comunidades — Louvain, no k-means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21 comunidades detectadas en la componente gigante — Louvain no necesita fijar K de antemano</a:t>
            </a:r>
          </a:p>
          <a:p>
            <a:r>
              <a:t>k-means exigiría inventar coordenadas euclidianas para un grafo de conexiones — perdería la estructura real de quién-conecta-con-quién</a:t>
            </a:r>
          </a:p>
          <a:p>
            <a:r>
              <a:t>Louvain optimiza modularidad directamente sobre el grafo y escala a decenas de miles de nodos</a:t>
            </a:r>
          </a:p>
          <a:p>
            <a:r>
              <a:t>Una comunidad homogénea (un solo foro) sugiere un círculo cerrado propio de ese mercado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Una comunidad mixta (varios foros) es candidata a red cross-foro — se menciona de pasada, la atribución cross-foro en profundidad es el hilo conductor de HackingForums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Comunidad × topic — ¿especialización real o casualidad del grafo?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Cruzar la comunidad de red (Louvain) con el topic de contenido (BERTopic) de cada usuario</a:t>
            </a:r>
          </a:p>
          <a:p>
            <a:r>
              <a:t>Si ambas señales coinciden — misma comunidad, mismo topic dominante — no es artefacto del grafo, es especialización real del mercado</a:t>
            </a:r>
          </a:p>
          <a:p>
            <a:r>
              <a:t>TF-IDF por subforo ya apuntaba a esto: dumps, cashout, tutoriales como términos discriminantes por sección</a:t>
            </a:r>
          </a:p>
          <a:p>
            <a:r>
              <a:t>El cruce confirma qué comunidades son vendedores de dumps, cuáles son cashers, cuáles son buscadores de tutoriales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red y comunidades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CardingForums/02_analisis_estructural.ipynb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02_analisis_estructural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3: scatter de degree vs. betweenness centrality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4: composición de comunidades por foro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Notebook 03, sección 5: cruce comunidad × topic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Semántica: embeddings y especialización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03 — el contenido confirma lo que dice la red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Embeddings — un vector por usuario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qwen3-embedding (4096D) vía Ollama, completamente local</a:t>
            </a:r>
          </a:p>
          <a:p>
            <a:r>
              <a:t>9,550 usuarios con ≥10 posts obtienen embedding — el resto no tiene suficiente texto para ser confiable</a:t>
            </a:r>
          </a:p>
          <a:p>
            <a:r>
              <a:t>Concatenación de posts por usuario, capada a 50K caracteres para no colgar Ollama con usuarios extremos</a:t>
            </a:r>
          </a:p>
          <a:p>
            <a:r>
              <a:t>UMAP + HDBSCAN sobre esos vectores, BERTopic sobre el mismo corpus para nombrar cada cluster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Perfilado de roles con LLM — por qué no lo repetimos aquí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El notebook sí explora NER + perfilado de rol individual (vendedor_dumps, checker, escrow...) con qwen2.5:14b, en modo de contraste</a:t>
            </a:r>
          </a:p>
          <a:p>
            <a:r>
              <a:t>Esa técnica se trabaja en profundidad en el caso Ransomware — aquí solo la dejamos como referencia, no como hilo conductor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Matiz que sí conservamos: el campo posts de vBulletin es un contador propio del foro, no verificado — varios 'top activos' aparecen con 0 posts reales en el corpus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5</a:t>
            </a:r>
          </a:p>
          <a:p>
            <a:pPr algn="ctr"/>
            <a:r>
              <a:t>Conclusiones y aprendizajes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nos enseña el caso Carding Forums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Un dump duplicado bajo dos nombres distintos — verificar contenido, no solo el nombre del archivo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Un formato flat file escondido entre dumps SQL — el auto-detect de parser es imprescindible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11,113 usuarios en la componente gigante de la red, 21 comunidades vía Louvain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El cruce comunidad × topic confirma especialización real del mercado, no artefacto del grafo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load_forum() con auto-detección de formato es la única forma segura de procesar un lote heterogéneo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Louvain sobre k-means cuando la estructura es un grafo de conexiones, no un espacio de coordenadas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Filtrar aristas triviales ANTES de detectar comunidades, no después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Cruzar señales independientes (red + contenido) confirma un hallazgo en vez de asumirlo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Todo el pipeline corre sin mandar un solo post a una API externa.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¿Por qué este caso importa?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Es el caso más grande en volumen de usuarios del curso — pone a prueba el pipeline a escala</a:t>
            </a:r>
          </a:p>
          <a:p>
            <a:r>
              <a:t>Combina los tres formatos vistos en el curso: vBulletin estándar, vBulletin con encoding no-UTF8, flat file</a:t>
            </a:r>
          </a:p>
          <a:p>
            <a:r>
              <a:t>Demuestra que la ingeniería de datos (deduplicar, validar, auto-detectar formato) determina la calidad de todo lo que viene después</a:t>
            </a:r>
          </a:p>
          <a:p>
            <a:r>
              <a:t>Muestra cómo mapear la anatomía completa de un mercado sin necesitar perfilar a cada actor individualmente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