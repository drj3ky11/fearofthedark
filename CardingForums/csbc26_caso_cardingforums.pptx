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Caso más grande del curso: ~1M cuentas, 10 dumps 2009-2021</a:t>
            </a:r>
          </a:p>
          <a:p>
            <a:r>
              <a:t>Pregunta: reconstruir quién es quién, sin API externa</a:t>
            </a:r>
          </a:p>
          <a:p>
            <a:r>
              <a:t>Prueba de escala: 1.5M posts sostenidos por el pipeline</a:t>
            </a:r>
          </a:p>
          <a:p>
            <a:r>
              <a:t>→ arranca: datasets y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Entender qué tenemos antes de tocar un post</a:t>
            </a:r>
          </a:p>
          <a:p>
            <a:r>
              <a:t>10 archivos, no 10 foros distintos</a:t>
            </a:r>
          </a:p>
          <a:p>
            <a:r>
              <a:t>Un dump duplicado bajo dos nombres</a:t>
            </a:r>
          </a:p>
          <a:p>
            <a:r>
              <a:t>Un archivo no-SQL pese al zip</a:t>
            </a:r>
          </a:p>
          <a:p>
            <a:r>
              <a:t>→ base de todo lo siguiente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Columna fechas: 12 años de actividad, 2009-2021</a:t>
            </a:r>
          </a:p>
          <a:p>
            <a:r>
              <a:t>Carder.pro: encoding cp1251 cirílico, se detecta o rompe</a:t>
            </a:r>
          </a:p>
          <a:p>
            <a:r>
              <a:t>Ojo: CardingMafia y Cardmafia.cc, ambas 2021-03</a:t>
            </a:r>
          </a:p>
          <a:p>
            <a:r>
              <a:t>→ sigue: demuestra que son el mismo leak</a:t>
            </a:r>
          </a:p>
          <a:p>
            <a:r>
              <a:t>Pregunta: ¿confiamos en el nombre sin verificar contenido?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zips, nombre distinto, mismo tamaño exacto en bytes</a:t>
            </a:r>
          </a:p>
          <a:p>
            <a:r>
              <a:t>Verificación byte a byte confirma: mismo leak</a:t>
            </a:r>
          </a:p>
          <a:p>
            <a:r>
              <a:t>Probable inflar catálogo del vendedor</a:t>
            </a:r>
          </a:p>
          <a:p>
            <a:r>
              <a:t>Ninguno trae tabla post, solo usuarios</a:t>
            </a:r>
          </a:p>
          <a:p>
            <a:r>
              <a:t>Lección: el nombre no es fuente de verdad, el contenido sí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silencioso: load_forum() no tira excepción, da 0 filas</a:t>
            </a:r>
          </a:p>
          <a:p>
            <a:r>
              <a:t>Zip real: txt delimitado por ':', no SQL</a:t>
            </a:r>
          </a:p>
          <a:p>
            <a:r>
              <a:t>Parser ya existía, faltaba auto-detección</a:t>
            </a:r>
          </a:p>
          <a:p>
            <a:r>
              <a:t>Resultado: 177,938 usuarios recuperados</a:t>
            </a:r>
          </a:p>
          <a:p>
            <a:r>
              <a:t>Moraleja: 0 filas ≠ dataset vacío, a veces es parser equivocado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conocemos archivos y formatos, toca cuantificar y limpiar</a:t>
            </a:r>
          </a:p>
          <a:p>
            <a:r>
              <a:t>Escala real: casi 1M usuarios</a:t>
            </a:r>
          </a:p>
          <a:p>
            <a:r>
              <a:t>Mismos problemas de siempre: timestamps, texto vacío, duplicados</a:t>
            </a:r>
          </a:p>
          <a:p>
            <a:r>
              <a:t>A mayor escala, más cuidado, no menos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 obliga a reglas sistemáticas, no revisión fila a fila</a:t>
            </a:r>
          </a:p>
          <a:p>
            <a:r>
              <a:t>Rango 2009-2016, pero hay timestamps corruptos</a:t>
            </a:r>
          </a:p>
          <a:p>
            <a:r>
              <a:t>→ sigue: cuantificamos ese ruido</a:t>
            </a:r>
          </a:p>
          <a:p>
            <a:r>
              <a:t>vBulletin domina: se reutiliza parseo de casos previos</a:t>
            </a:r>
          </a:p>
          <a:p>
            <a:r>
              <a:t>cp1251 se detecta, nunca se asume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18.8% con joindate inválido, epoch-0 o nulo</a:t>
            </a:r>
          </a:p>
          <a:p>
            <a:r>
              <a:t>Mismo patrón que en HackingForums, no es casualidad</a:t>
            </a:r>
          </a:p>
          <a:p>
            <a:r>
              <a:t>58,939 posts vacíos: contenido borrado por moderación</a:t>
            </a:r>
          </a:p>
          <a:p>
            <a:r>
              <a:t>Deduplicación por (userid, forum)</a:t>
            </a:r>
          </a:p>
          <a:p>
            <a:r>
              <a:t>4% descartado antes de embeddings o 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00: tabla usuarios/posts por foro, escala en números</a:t>
            </a:r>
          </a:p>
          <a:p>
            <a:r>
              <a:t>Timeline de registros: saltos raros = timestamps corruptos</a:t>
            </a:r>
          </a:p>
          <a:p>
            <a:r>
              <a:t>Sección 7: completitud de campos de contacto</a:t>
            </a:r>
          </a:p>
          <a:p>
            <a:r>
              <a:t>Notebook 01, sección 5: conteos antes/después de limpieza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limpios → pregunta: quién habla con quién</a:t>
            </a:r>
          </a:p>
          <a:p>
            <a:r>
              <a:t>¿Esas interacciones forman grupos identificables?</a:t>
            </a:r>
          </a:p>
          <a:p>
            <a:r>
              <a:t>Estadística de grafos pura, sin IA generativa aún</a:t>
            </a:r>
          </a:p>
          <a:p>
            <a:r>
              <a:t>→ base sólida antes del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Nodo=usuario, arista=co-participación en thread</a:t>
            </a:r>
          </a:p>
          <a:p>
            <a:r>
              <a:t>Filtro aristas de 1 thread compartido, elimina ruido</a:t>
            </a:r>
          </a:p>
          <a:p>
            <a:r>
              <a:t>Componente gigante: 11,113 nodos tras filtrado</a:t>
            </a:r>
          </a:p>
          <a:p>
            <a:r>
              <a:t>Degree y betweenness centrality sobre esa componente</a:t>
            </a:r>
          </a:p>
          <a:p>
            <a:r>
              <a:t>Betweenness por muestreo k=500 — exacto es inviable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comunidades, manejable para inspección manual</a:t>
            </a:r>
          </a:p>
          <a:p>
            <a:r>
              <a:t>Comunidad homogénea = círculo cerrado de un foro</a:t>
            </a:r>
          </a:p>
          <a:p>
            <a:r>
              <a:t>Comunidad mixta = mismos actores, varias plataformas</a:t>
            </a:r>
          </a:p>
          <a:p>
            <a:r>
              <a:t>TF-IDF por subforo nombra cada sección temática</a:t>
            </a:r>
          </a:p>
          <a:p>
            <a:r>
              <a:t>Todo sin GPU ni LLM, 100% reproducible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02: scatter degree vs. betweenness</a:t>
            </a:r>
          </a:p>
          <a:p>
            <a:r>
              <a:t>Nodos conectados ≠ nodos puente, distinguirlos</a:t>
            </a:r>
          </a:p>
          <a:p>
            <a:r>
              <a:t>Sección 4: composición de comunidades por foro</a:t>
            </a:r>
          </a:p>
          <a:p>
            <a:r>
              <a:t>Sección 5: visualización interactiva top-150 nodos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Entra el LLM local: texto → vectores, entidades, roles</a:t>
            </a:r>
          </a:p>
          <a:p>
            <a:r>
              <a:t>Sección más ambiciosa del caso</a:t>
            </a:r>
          </a:p>
          <a:p>
            <a:r>
              <a:t>Más matices y limitaciones a comunicar con honestidad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Umbral mínimo 10 posts para embedding confiable</a:t>
            </a:r>
          </a:p>
          <a:p>
            <a:r>
              <a:t>Solo 9,550 de ~1M usuarios pasan el filtro</a:t>
            </a:r>
          </a:p>
          <a:p>
            <a:r>
              <a:t>Cap de 50K caracteres, evita colgar Ollama</a:t>
            </a:r>
          </a:p>
          <a:p>
            <a:r>
              <a:t>Todo local: qwen3-embedding, 4096D, sin API externa</a:t>
            </a:r>
          </a:p>
          <a:p>
            <a:r>
              <a:t>UMAP+HDBSCAN y BERTopic, dos vistas complementarias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qwen2.5:14b infiere rol, no solo extrae entidades</a:t>
            </a:r>
          </a:p>
          <a:p>
            <a:r>
              <a:t>Input: centralidad, cluster, entidades, muestra de posts</a:t>
            </a:r>
          </a:p>
          <a:p>
            <a:r>
              <a:t>Limitado a los 100 usuarios más activos (elección de alcance)</a:t>
            </a:r>
          </a:p>
          <a:p>
            <a:r>
              <a:t>Categorías: vendedor, comprador, escrow, lurker...</a:t>
            </a:r>
          </a:p>
          <a:p>
            <a:r>
              <a:t>30 perfiles con confianza: inferencia, no verdad de campo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de 30 = lurker, confianza alta 0.85–0.95</a:t>
            </a:r>
          </a:p>
          <a:p>
            <a:r>
              <a:t>Contraintuitivo: eran los 100 usuarios más activos</a:t>
            </a:r>
          </a:p>
          <a:p>
            <a:r>
              <a:t>¿Cómo un 'top' termina siendo lurker?</a:t>
            </a:r>
          </a:p>
          <a:p>
            <a:r>
              <a:t>→ sigue: no es error del LLM, es problema de los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Campo posts = contador propio del foro, no verificado</a:t>
            </a:r>
          </a:p>
          <a:p>
            <a:r>
              <a:t>Varios 'top 100' aparecen con 0 posts en el corpus limpio</a:t>
            </a:r>
          </a:p>
          <a:p>
            <a:r>
              <a:t>LLM clasifica lurker por falta de datos, no de actividad</a:t>
            </a:r>
          </a:p>
          <a:p>
            <a:r>
              <a:t>Lección: contador del sistema origen, sospechoso hasta verificar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del dump crudo al perfilado de actores</a:t>
            </a:r>
          </a:p>
          <a:p>
            <a:r>
              <a:t>Conclusiones aplicables a otros casos y trabajo futuro</a:t>
            </a:r>
          </a:p>
          <a:p>
            <a:r>
              <a:t>Qué es técnica reutilizable, qué es específico del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Dump duplicado y flat file: verificar entrada no es opcional</a:t>
            </a:r>
          </a:p>
          <a:p>
            <a:r>
              <a:t>Ninguna automatización reemplaza la validación</a:t>
            </a:r>
          </a:p>
          <a:p>
            <a:r>
              <a:t>Auto-detectar formato, validar fechas, deduplicar primero</a:t>
            </a:r>
          </a:p>
          <a:p>
            <a:r>
              <a:t>Decisión deliberada: pipeline 100% local, sin API externa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la audiencia: ¿mejor caso para probar escala?</a:t>
            </a:r>
          </a:p>
          <a:p>
            <a:r>
              <a:t>3 formatos conviviendo, pipeline sostiene todo</a:t>
            </a:r>
          </a:p>
          <a:p>
            <a:r>
              <a:t>Calidad depende de ingeniería de datos 'aburrida'</a:t>
            </a:r>
          </a:p>
          <a:p>
            <a:r>
              <a:t>LLM local: funciona, pero tan bueno como el input</a:t>
            </a:r>
          </a:p>
          <a:p>
            <a:r>
              <a:t>Cierre del caso Carding Forums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Caso Carding Forums</a:t>
            </a:r>
          </a:p>
          <a:p>
            <a:r>
              <a:rPr sz="1800">
                <a:solidFill>
                  <a:srgbClr val="D6DAE2"/>
                </a:solidFill>
                <a:latin typeface="Calibri"/>
              </a:rPr>
              <a:t>Del dump SQL al perfilado de actores en un mercado de fraude financiero (2009–2021)</a:t>
            </a:r>
          </a:p>
          <a:p>
            <a:r>
              <a:rPr sz="1200" b="1">
                <a:solidFill>
                  <a:srgbClr val="9AA3B5"/>
                </a:solidFill>
                <a:latin typeface="Calibri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1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Datasets y formatos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Diez archivos, tres formatos, un duplicado escondido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Los foros evaluados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Fecha del dump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Formato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Notas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201168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Carder.su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2009-02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Uno de los primeros foros importantes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452370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Carding.biz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2009-11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763266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Cardersplanet.biz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2010-05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074161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Carders.cc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2010-12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" y="3385057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Carder.pro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2013-04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Encoding cp1251 (cirílico)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1560" y="3825747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Cardingmafia.ws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2016-02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Flat file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Colon-delimited, solo tabla user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4266437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Crdshop.su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2016-11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1051560" y="4577333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Elitecarders.name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2016-08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1051560" y="4888229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CardingMafia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118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2021-03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Ver siguiente slide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" y="5199125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Cardmafia.cc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118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2021-03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SQL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410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Ver siguiente slide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Calibri"/>
              </a:rPr>
              <a:t>ℹ  9 foros distintos esperados según el reconocimiento inicial — la tabla real tiene 10 archivos.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El bug que no esperabas — un dump subido dos veces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list_forums() devuelve 10 archivos .zip, pero el reconocimiento inicial documentaba 9 foros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Diagnóstico: CardingMafia_2021.03.zip y Cardmafia.cc_2021.03.zip pesan exactamente 175,674,160 bytes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Verificación byte a byte: mismo INSERT INTO user, mismas 296,909 filas, mismo contenido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 el mismo leak subido dos veces bajo nombres distintos — no dos foros diferentes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Ninguno de los dos incluye tabla post: el leak solo contiene el registro de usuarios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Lección: nunca asumas que archivo distinto = fuente distinta — verificá tamaño y contenido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Un formato que no es SQL — Cardingmafia.ws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load_forum() devolvía 0 filas para Cardingmafia.ws con el parser vBulletin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zip contiene un único archivo Dump_cardingmafia.txt — no un dump SQL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Formato real: texto plano delimitado por ':' — userid:username:email:ipaddress:...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proyecto ya tenía un parser para este formato exacto (src/parsers/flat.py)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Fix: load_forum() en src/utils.py auto-detecta flat/MyBB/IPS/vBulletin antes de elegir parser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177,938 usuarios recuperados de un archivo que el parser vBulletin ignoraba por completo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2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Reconocimiento y limpieza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Notebooks 00 y 01 — de dump crudo a datos confiables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El dataset en cifras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949,816 usuarios y 1,470,866 posts across 10 dumps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209,406 threads y 876,935 mensajes privados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Rango temporal: 2009 a 2016 (con timestamps corruptos que hay que filtrar antes de confiar en esto)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vBulletin es el formato dominante — mismo problema de encoding que otros casos del curso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Carder.pro usa cp1251 (cirílico): el parser lo maneja, pero hay que detectarlo, no asumirlo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Limpieza — los mismos problemas de siempre, otra escala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178,420 usuarios con joindate inválido (epoch-0 o nulo) — 18.8% del total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16,206 posts con timestamp fuera de rango (antes de 2000 o después de 2025)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58,939 posts con texto vacío o menor a 5 caracteres — posts borrados por moderación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Deduplicación por (userid, forum): filas repetidas por errores de exportación del dump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1,470,866 → 1,412,107 posts limpios — un 4% se descarta antes de cualquier análisis semántico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Calibri"/>
              </a:rPr>
              <a:t>ℹ  Mismo patrón epoch-0 que en HackingForums: nunca confíes en un timestamp sin validar su rango primero.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reconocimiento y limpieza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CardingForums/00_reconocimiento.ipynb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notebook 00_reconocimiento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Sección 6: tabla de usuarios y posts por foro, timeline de registros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Sección 7: validación de calidad — completitud de campos de contacto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Notebook 01, sección 5: resumen de limpieza con conteos antes/después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3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Red de co-participación y comunidades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Notebook 02 — quién habla con quién, sin IA generativa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Construcción del grafo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Nodo = usuario. Arista = co-participación en el mismo thread, peso = threads compartidos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Filtro de aristas débiles: se descartan pares que solo comparten 1 thread (ruido)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Componente gigante resultante: 11,113 nodos tras el filtrado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Degree centrality (conexiones directas) y betweenness centrality (rol de puente) sobre esa componente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betweenness se calcula por muestreo (k=500) — exacto es inviable en grafos de este tamaño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Comunidades — Louvain sobre la red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21 comunidades detectadas en la componente gigante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Una comunidad homogénea (un solo foro) sugiere un círculo cerrado propio de ese mercado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Una comunidad mixta (varios foros) es candidata a red cross-foro — mismos actores, distintas plataformas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TF-IDF por subforo identifica qué términos dominan cada sección temática (dumps, cashout, tutoriales...)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Todo esto es reproducible sin GPU ni LLM — estadística de grafos y frecuencias de términos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red y comunidades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CardingForums/02_analisis_estructural.ipynb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notebook 02_analisis_estructural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Sección 3: scatter de degree vs. betweenness centrality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Sección 4: composición de comunidades por foro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Sección 5: visualización interactiva de los top-150 nodos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4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Semántica y perfilado de actores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Notebook 03 — embeddings, NER y LLM local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Embeddings — un vector por usuario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qwen3-embedding (4096D) vía Ollama, completamente local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9,550 usuarios con ≥10 posts obtienen embedding — el resto no tiene suficiente texto para ser confiable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Concatenación de posts por usuario, capada a 50K caracteres para no colgar Ollama con usuarios extremos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UMAP + HDBSCAN sobre esos vectores para clustering de comportamiento de escritura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BERTopic sobre el mismo corpus para topic modeling — qué temas dominan cada cluster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NER + perfilado — LLM local infiriendo roles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qwen2.5:14b extrae entidades de dominio: TOOL, PRODUCT, PAYMENT, MARKET, CARD_TYPE, COUNTRY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Perfilado limitado a los 100 usuarios más activos (según el contador de posts del propio foro)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LLM recibe centralidad, cluster semántico, entidades extraídas y muestra de posts — infiere un rol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Categorías de rol: vendedor_dumps, vendedor_cvv, comprador, checker, intermediario_escrow, lurker...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30 perfiles generados con confianza asociada — no es verdad de campo, es inferencia razonada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Distribución de roles inferidos (30 perfiles)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Usuarios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Confianza típica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01168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5168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lurker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05168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05168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0.85–0.95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322576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36257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comprador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36257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36257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0.70–0.85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633472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673472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intermediario_escrow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2673472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2673472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0.70–0.85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984368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indeterminado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2984368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2984368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0.50–0.65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255263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295263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vendedor_dumps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295263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3295263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3566159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606159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checker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0080" y="3606159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02880" y="3606159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Calibri"/>
              </a:rPr>
              <a:t>ℹ  La mayoría de los top-100 por contador de posts terminan clasificados como lurker — ver limitación en la siguiente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Una limitación honesta — el contador de posts miente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perfilado selecciona a los usuarios por el campo posts de la tabla user del propio vBulletin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Ese contador es un valor almacenado por el foro, no un recuento verificado contra la tabla post real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Resultado: varios de los 'top 100 más activos' aparecen en el corpus con 0 posts extraídos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LLM los clasifica como lurker con alta confianza — pero es lurker por falta de datos, no por comportamiento real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Lección: un contador de actividad propio del sistema origen puede estar desactualizado o ser directamente falso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5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Conclusiones y aprendizajes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Qué nos enseña el caso Carding Forums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Un dump duplicado bajo dos nombres distintos — verificar contenido, no solo el nombre del archivo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Un formato flat file escondido entre dumps SQL — el auto-detect de parser es imprescindible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178K registros con timestamp inválido — el patrón epoch-0 aparece en todos los casos del curso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11,113 usuarios en la componente gigante de la red, 21 comunidades vía Louvain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9,550 usuarios embebidos con qwen3-embedding para clustering semántico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load_forum() con auto-detección de formato es la única forma segura de procesar un lote heterogéneo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Validar rango de fechas y deduplicar antes de cualquier análisis temporal o de red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Un contador de actividad del sistema origen no sustituye contar directamente sobre los datos limpios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El LLM local puede perfilar roles, pero la confianza reportada depende de la calidad del input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Todo el pipeline corre sin mandar un solo post a una API externa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¿Por qué este caso importa?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 el caso más grande en volumen de usuarios del curso — pone a prueba el pipeline a escala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Combina los tres formatos vistos en el curso: vBulletin estándar, vBulletin con encoding no-UTF8, flat file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Demuestra que la ingeniería de datos (deduplicar, validar, auto-detectar formato) determina la calidad de todo lo que viene después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perfilado de roles con LLM local muestra tanto el potencial como los límites de inferir comportamiento desde metadatos incompletos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