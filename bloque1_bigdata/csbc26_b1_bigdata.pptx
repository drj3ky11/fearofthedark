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big data aplicado a leaks</a:t>
            </a:r>
          </a:p>
          <a:p>
            <a:r>
              <a:t>Antes de modelar: mirar los datos (volumen, suciedad, patrones)</a:t>
            </a:r>
          </a:p>
          <a:p>
            <a:r>
              <a:t>1h30: estadística, redes sociales, text mining</a:t>
            </a:r>
          </a:p>
          <a:p>
            <a:r>
              <a:t>→ pregunta clave: explorar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escala</a:t>
            </a:r>
          </a:p>
          <a:p>
            <a:r>
              <a:t>Ojo: no es Hadoop ni petabytes</a:t>
            </a:r>
          </a:p>
          <a:p>
            <a:r>
              <a:t>Datos sucios, volumen moderado</a:t>
            </a:r>
          </a:p>
          <a:p>
            <a:r>
              <a:t>→ limpieza y exploración van primero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Expectativa clara: nada de cluster Hadoop</a:t>
            </a:r>
          </a:p>
          <a:p>
            <a:r>
              <a:t>Problema real = suciedad, no volumen</a:t>
            </a:r>
          </a:p>
          <a:p>
            <a:r>
              <a:t>Power-law casi universal: 1% usuarios, 80% contenido</a:t>
            </a:r>
          </a:p>
          <a:p>
            <a:r>
              <a:t>→ regla de oro: explorar forma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obligatorias, sin excepción</a:t>
            </a:r>
          </a:p>
          <a:p>
            <a:r>
              <a:t>Distribución actividad: casi nunca normal, ver completa</a:t>
            </a:r>
          </a:p>
          <a:p>
            <a:r>
              <a:t>Truco: timezone de timestamps &gt; perfil declarado</a:t>
            </a:r>
          </a:p>
          <a:p>
            <a:r>
              <a:t>Validar rangos: timestamp 1970 = epoch corrupto</a:t>
            </a:r>
          </a:p>
          <a:p>
            <a:r>
              <a:t>→ validar recuentos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de red social</a:t>
            </a:r>
          </a:p>
          <a:p>
            <a:r>
              <a:t>Idea central: foro = grafo, no solo texto</a:t>
            </a:r>
          </a:p>
          <a:p>
            <a:r>
              <a:t>Cada respuesta = conexión</a:t>
            </a:r>
          </a:p>
          <a:p>
            <a:r>
              <a:t>→ quién manda, quién conecta, quién pasa desapercibido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 básico: respuesta = arista dirigida</a:t>
            </a:r>
          </a:p>
          <a:p>
            <a:r>
              <a:t>Degree centrality: conexiones directas</a:t>
            </a:r>
          </a:p>
          <a:p>
            <a:r>
              <a:t>Betweenness = métrica clave, identifica brokers</a:t>
            </a:r>
          </a:p>
          <a:p>
            <a:r>
              <a:t>Louvain: comunidades sin fijar K</a:t>
            </a:r>
          </a:p>
          <a:p>
            <a:r>
              <a:t>→ limitación honesta: muestra 5.000 threads, 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Fácil confundir estas dos redes</a:t>
            </a:r>
          </a:p>
          <a:p>
            <a:r>
              <a:t>Pública: reputación visible, sesgada a activos</a:t>
            </a:r>
          </a:p>
          <a:p>
            <a:r>
              <a:t>Privada: rara en leaks, oro puro, confianza real</a:t>
            </a:r>
          </a:p>
          <a:p>
            <a:r>
              <a:t>→ dato sorprendente: brokers público y privado casi nunca coinciden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más potente del bloque</a:t>
            </a:r>
          </a:p>
          <a:p>
            <a:r>
              <a:t>Hipótesis: operadores reutilizan handles/emails</a:t>
            </a:r>
          </a:p>
          <a:p>
            <a:r>
              <a:t>3 pasos: normalizar → matching exacto → fuzzy (rapidfuzz)</a:t>
            </a:r>
          </a:p>
          <a:p>
            <a:r>
              <a:t>Resultado: grafo de identidades cross-plataforma</a:t>
            </a:r>
          </a:p>
          <a:p>
            <a:r>
              <a:t>→ base de investigación cross-foro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 bloque: tiempo y frecuencia</a:t>
            </a:r>
          </a:p>
          <a:p>
            <a:r>
              <a:t>Técnicas infravaloradas</a:t>
            </a:r>
          </a:p>
          <a:p>
            <a:r>
              <a:t>Antes de semántica compleja</a:t>
            </a:r>
          </a:p>
          <a:p>
            <a:r>
              <a:t>→ mucha info en cuándo y qué palabras se repiten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Dimensión más ignorada, pistas rápidas</a:t>
            </a:r>
          </a:p>
          <a:p>
            <a:r>
              <a:t>Patrones horarios → timezone real</a:t>
            </a:r>
          </a:p>
          <a:p>
            <a:r>
              <a:t>Patrones semanales → profesional vs aficionado</a:t>
            </a:r>
          </a:p>
          <a:p>
            <a:r>
              <a:t>Evolución anual → ciclo de vida del foro</a:t>
            </a:r>
          </a:p>
          <a:p>
            <a:r>
              <a:t>→ spikes: z-score, umbral µ+2σ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Desmontar mito: no hace falta GPU</a:t>
            </a:r>
          </a:p>
          <a:p>
            <a:r>
              <a:t>TF-IDF: términos discriminantes por foro/periodo</a:t>
            </a:r>
          </a:p>
          <a:p>
            <a:r>
              <a:t>LDA: topic modeling sin etiquetar a mano</a:t>
            </a:r>
          </a:p>
          <a:p>
            <a:r>
              <a:t>Funciona bien con texto ruidoso/slang</a:t>
            </a:r>
          </a:p>
          <a:p>
            <a:r>
              <a:t>→ limitación crítica: idioma del pipeline debe coincidir (ruso+pipeline inglés = basura)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frecuente: ¿traducir antes de analizar?</a:t>
            </a:r>
          </a:p>
          <a:p>
            <a:r>
              <a:t>Depende de la técnica</a:t>
            </a:r>
          </a:p>
          <a:p>
            <a:r>
              <a:t>TF-IDF/LDA: idioma importa mucho</a:t>
            </a:r>
          </a:p>
          <a:p>
            <a:r>
              <a:t>→ estadística y redes: idioma irrelevante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práctica — notebook CardingForums</a:t>
            </a:r>
          </a:p>
          <a:p>
            <a:r>
              <a:t>Cargar dataset, auto-detección formato</a:t>
            </a:r>
          </a:p>
          <a:p>
            <a:r>
              <a:t>Estadística descriptiva + grafo usuario-usuario</a:t>
            </a:r>
          </a:p>
          <a:p>
            <a:r>
              <a:t>→ momento clave: betweenness centrality en vivo</a:t>
            </a:r>
          </a:p>
          <a:p>
            <a:r>
              <a:t>→ cierre: visualización Plotly interactiva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Técnicas de análisis: Big Data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Explorar antes de modelar — estadística, redes y text mining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Bloque 1 · 1h 30min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El problema de escala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Datos sucios en volúmenes moderados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¿Qué significa 'big data' en este contexto?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No estamos en Hadoop: millones de registros, no billones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problema real: datos sucios, schemas inconsistentes, duplicados, texto multilingüe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Primero explorar, luego analizar — no al revés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curva power-law es universal en foros: el 1% de usuarios genera el 80% del contenido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 usuario con 1 post puede ser más relevante que uno con 10.000 si el post es crítico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 de oro: entender la forma del dataset antes de aplicar cualquier modelo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Estadística descriptiva — métricas básicas obligatorias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Distribución de usuarios por actividad: siempre power-law, siempre asimétrica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Evolución temporal: cuándo creció el foro, cuándo murió, qué eventos marcaron inflexiones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Distribución geográfica: inferida por timezone de los timestamps (no por lo que declara el usuario)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Densidad de contenido: ratio posts/usuario, longitud media, varianza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Siempre validar rangos: timestamps en 1970 = epoch-0 corrupto, no datos de los 70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Siempre validar recuentos: ¿cuántos usuarios esperabas? ¿cuántos cargaste?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Análisis de red social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Los foros son grafos — úsalos como tales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Grafos de interacción — la estructura oculta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Cada respuesta en un hilo es una arista dirigida entre dos usuarios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Degree centrality: quién tiene más conexiones directas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Betweenness centrality: quién actúa de puente entre subgrupos (los brokers)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Algoritmos de detección de comunidades: Louvain sin necesidad de especificar K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NetworkX + Plotly para visualización interactiva sin servidor externo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Limitación práctica: muestra de 5.000 threads para grafos manejables en 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Dos tipos de red en un mismo 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Red pública (hilos y posts)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Aristas visibles a todos los miembros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Refleja influencia pública y reputación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Broker: el usuario más citado/respondido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Sesgada hacia los usuarios más activos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Aristas ocultas — datos rarísimos en leaks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Refleja confianza real entre actores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Broker privado ≠ broker público (casi siempre)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Cuando está disponible, es el dato más valioso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Pivoting de identidades — el análisis más potente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Hipótesis: los operadores reutilizan handles, emails y patrones de comportamiento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Paso 1: normalizar identidades (lowercase, eliminar variaciones comunes)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Paso 2: matching exacto → matches de alta confianza sin falsos positivos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Paso 3: fuzzy matching (rapidfuzz, threshold ≥85%) → variaciones deliberadas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Resultado: grafo de identidades donde un nodo es el mismo actor en N plataformas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Esto es pivoting manual — la base de cualquier investigación cross-foro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Análisis temporal y text mining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Tiempo y frecuencia antes de semántica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Análisis temporal — la dimensión más ignorada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Patrones horarios: revelan timezone real independientemente de lo que declara el usuario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Patrones semanales: diferencia profesionales (horario laboral) de aficionados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Evolución anual: ciclo de vida del foro — crecimiento, madurez, declive tras arrests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Detección de spikes: z-score sobre series temporales (umbral: µ + 2σ)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Correlación con eventos externos: arrestos, operaciones policiales, filtraciones competidoras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cuándo a veces importa tanto como el qué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Text mining clásico — rápido y sin GPU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TF-IDF: términos más discriminantes por foro, por período, por subgrupo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LDA (Latent Dirichlet Allocation): topic modeling sin etiquetar nada manualmente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Sin GPU, sin modelos grandes — estadística pura sobre frecuencias de tokens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Funciona bien incluso con texto ruidoso, slang y abreviaciones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Limitación crítica: requiere que stopwords y tokenización soporten el idioma del texto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Texto en ruso con pipeline inglés → las stopwords no se eliminan → resultado basura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Idioma original vs. traducción — cuándo importa en Big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201168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 hay stopwords del idioma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 no hay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Las stopwords en inglés no eliminan preposiciones rusas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62699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con tokenización correcta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Aceptable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Sin tokenizador multilingüe, los topics son ruido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306768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Estadística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siempre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No necesaria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Longitud, fechas, recuentos no dependen del idioma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50837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54837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Red social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4837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siempre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54837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No necesaria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54837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Las aristas del grafo son independientes del idioma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EDA y análisis de red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Cargar dataset con load_forum() — auto-detección de formato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Estadística descriptiva: distribución de usuarios, posts por fecha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Construir grafo usuario↔usuario desde threads compartidos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Calcular betweenness centrality → identificar brokers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5.  Visualización Plotly interactiva: top-N nodos por degree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