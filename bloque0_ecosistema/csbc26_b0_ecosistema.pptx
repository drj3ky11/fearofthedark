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vías, numeradas, cada una con distinta fiabilidad</a:t>
            </a:r>
          </a:p>
          <a:p>
            <a:r>
              <a:t>Insider: LockBit 2022, developer vs. liderazgo del grupo</a:t>
            </a:r>
          </a:p>
          <a:p>
            <a:r>
              <a:t>Redistribución = mercado de pago, no reparto altruista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S: revela comportamiento, rol, con quién habla, conflictos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vBulletin domina 2000-2020 — encoding es tema aparte, se explica al hablar</a:t>
            </a:r>
          </a:p>
          <a:p>
            <a:r>
              <a:t>IPS: prefijo variable, detectar versión antes de asumir schema</a:t>
            </a:r>
          </a:p>
          <a:p>
            <a:r>
              <a:t>MyBB: prefijo distinto por instalación</a:t>
            </a:r>
          </a:p>
          <a:p>
            <a:r>
              <a:t>Un parser por formato en src/parsers/ — auto-detectar antes de elegir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En los casos prácticos verán ambas dimensiones combinadas de formas distintas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</a:t>
            </a:r>
          </a:p>
          <a:p>
            <a:r>
              <a:t>Primero identificar estructura (tablas/campos), luego limpiar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central: la identidad no muere con la plataforma</a:t>
            </a:r>
          </a:p>
          <a:p>
            <a:r>
              <a:t>RaidForums seized 2022 → BreachForums hereda BD, preserva rangos</a:t>
            </a:r>
          </a:p>
          <a:p>
            <a:r>
              <a:t>Se repite: BreachForums seized 2023 y 2024, no es único</a:t>
            </a:r>
          </a:p>
          <a:p>
            <a:r>
              <a:t>→ foreshadowing directo: esto es pivoting cross-foro, técnica de HackingForums</a:t>
            </a:r>
          </a:p>
          <a:p>
            <a:r>
              <a:t>Monitorizar de forma pasiva, no hace falta operar dentro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Ojo: no siempre hay de todo — un dump viejo sin actividad reciente deja las IPs sin valor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El ecosistema de leaks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De dónde vienen los datos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1. Hackeo directo: explotación de una vulnerabilidad en el servidor del foro</a:t>
            </a:r>
          </a:p>
          <a:p>
            <a:r>
              <a:t>2. Filtración interna: alguien con acceso privilegiado saca los datos — ej. el builder de LockBit 3.0 (2022), filtrado por un desarrollador descontento con el liderazgo del grupo</a:t>
            </a:r>
          </a:p>
          <a:p>
            <a:r>
              <a:t>3. Repositorios de redistribución: mercados de pago donde se compra y vende acceso a leaks ya en circulación</a:t>
            </a:r>
          </a:p>
          <a:p>
            <a:r>
              <a:t>Una vez en circulación, se difunde por: Telegram especializado, foros underground, paste sites, dark web</a:t>
            </a:r>
          </a:p>
          <a:p>
            <a:r>
              <a:t>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Dumps de bases de datos: el grueso del material — usuarios, posts, IPs, emails, fechas</a:t>
            </a:r>
          </a:p>
          <a:p>
            <a:r>
              <a:t>Logs de chat internos: comunicaciones sin filtro entre operadores (el material más valioso)</a:t>
            </a:r>
          </a:p>
          <a:p>
            <a:r>
              <a:t>Flat files de credenciales: útiles para pivoting, pobres en contexto</a:t>
            </a:r>
          </a:p>
          <a:p>
            <a:r>
              <a:t>Source code filtrado: paneles de administración, herramientas de ataque</a:t>
            </a:r>
          </a:p>
          <a:p>
            <a:r>
              <a:t>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Chat logs internos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filtro entre operadores: revela cómo se comporta cada usuario, qué rol cumple, con quién habla, qué conflictos hay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SQL de foros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Usuarios, posts, IPs, fechas → red, atribución, correlación cross-foro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 credenciales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Útiles para pivoting, sin narrativa ni contexto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Source code / configs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específicos, requieren expertise técnico profundo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Formatos y su realidad técnica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Formatos habituales en la práctica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vBulletin SQL: formato dominante en foros underground 2000-2020</a:t>
            </a:r>
          </a:p>
          <a:p>
            <a:r>
              <a:t>IPS (Invision Power Suite): prefijos de tabla variables (ibf_, o ninguno), varias versiones mayores con schema distinto — hay que detectar la versión antes de asumir nombres de tabla</a:t>
            </a:r>
          </a:p>
          <a:p>
            <a:r>
              <a:t>MyBB: open source, más predecible, pero el prefijo también varía según cómo lo instaló cada administrador</a:t>
            </a:r>
          </a:p>
          <a:p>
            <a:r>
              <a:t>JSON estructurado: chat logs modernos (Telegram, Slack/Rocket.Chat) — se carga directo con pandas, pero los campos cambian entre plataformas</a:t>
            </a:r>
          </a:p>
          <a:p>
            <a:r>
              <a:t>Flat files: sin schema, delimitadores arbitrarios — hay que inferirlo a mano, dump a dump</a:t>
            </a:r>
          </a:p>
          <a:p>
            <a:r>
              <a:t>Un parser por formato (src/parsers/: vbulletin.py, ips.py, mybb.py, flat.py) — auto-detectar versión antes de elegir uno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Formato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JSON estructurado (Telegram, chat logs)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conocido, parseable directamente, encoding limpio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estándar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documentado, hay parsers, columnas predecibles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con variantes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Requiere detección automática de versión y prefijo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delimitados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Hay que inferir el schema caso a caso — cada dump es diferente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custom / propietarios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documentación, requieren ingeniería inversa del schema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Esta tabla es coste técnico, no valor investigativo — no confundir con la tier list anterior.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Un parser mal calibrado puede dejar fuera millones de registros sin advertencia</a:t>
            </a:r>
          </a:p>
          <a:p>
            <a:r>
              <a:t>Estrategia: auto-detección de versión + validación de recuento contra tablas de metadatos</a:t>
            </a:r>
          </a:p>
          <a:p>
            <a:r>
              <a:t>El encoding importa: cp1251 mal interpretado como UTF-8 → datos corruptos sin error visible (mojibake)</a:t>
            </a:r>
          </a:p>
          <a:p>
            <a:r>
              <a:t>Siempre verificar: ¿cuántos registros esperábamos? ¿cuántos cargamos? ¿la diferencia tiene explicación?</a:t>
            </a:r>
          </a:p>
          <a:p>
            <a:r>
              <a:t>Antes de deduplicar o limpiar vacíos, hay que identificar la estructura real del leak: qué tablas tiene, qué campos, cómo se relacionan entre sí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ecosistema como red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Las identidades sobreviven a las plataformas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Cuando una plataforma cae — brecha, seizure, cierre —, el operador no desaparece: cambia de sitio, y casi siempre se lleva el mismo handle</a:t>
            </a:r>
          </a:p>
          <a:p>
            <a:r>
              <a:t>Ejemplo real: RaidForums (seized por Europol en 2022) → BreachForums lo reemplaza incorporando su BD oficial y preservando rangos/roles de los usuarios antiguos como incentivo explícito para migrar</a:t>
            </a:r>
          </a:p>
          <a:p>
            <a:r>
              <a:t>El ciclo se repite: BreachForums fue seized a su vez en 2023 y de nuevo en 2024 — no es un caso aislado, es estructural del ecosistema</a:t>
            </a:r>
          </a:p>
          <a:p>
            <a:r>
              <a:t>Consecuencia práctica: el mismo actor puede aparecer en 5 plataformas distintas a lo largo de los años, bajo el mismo o parecido nombre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Esta persistencia de identidad es la base técnica del caso HackingForums, donde se convierte en una técnica concreta: pivoting cross-foro</a:t>
            </a:r>
          </a:p>
          <a:p>
            <a:r>
              <a:t>No hace falta operar dentro del ecosistema para estudiarlo: basta con monitorizar de forma pasiva los mismos canales que usan sus miembros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Credenciales activas para acceso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IPs y dominios de infraestructura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Datos personales para identificación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Patrones de comportamiento estables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Redes de confianza entre actores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Evolución de vocabulario y técnicas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Identidades cruzadas entre plataformas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No siempre se dispone de todos estos datos — un dump de hace años sin actividad reciente hace que, por ejemplo, las IPs ya no aporten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