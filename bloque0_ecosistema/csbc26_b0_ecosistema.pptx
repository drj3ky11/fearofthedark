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bloque 0</a:t>
            </a:r>
          </a:p>
          <a:p>
            <a:r>
              <a:t>Antes de código: origen de los datos</a:t>
            </a:r>
          </a:p>
          <a:p>
            <a:r>
              <a:t>Sin esto → basura procesada, malinterpretación</a:t>
            </a:r>
          </a:p>
          <a:p>
            <a:r>
              <a:t>→ 3 partes: origen, formato, ecosistema-red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Origen del leak → pistas de fiabilidad</a:t>
            </a:r>
          </a:p>
          <a:p>
            <a:r>
              <a:t>No todos nacen igual</a:t>
            </a:r>
          </a:p>
          <a:p>
            <a:r>
              <a:t>3 vías principales</a:t>
            </a:r>
          </a:p>
          <a:p>
            <a:r>
              <a:t>→ qué hay dentro típicamente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Clave: quien redistribuye también es brechado</a:t>
            </a:r>
          </a:p>
          <a:p>
            <a:r>
              <a:t>Preguntar audiencia: ¿quién filtra al filtrador?</a:t>
            </a:r>
          </a:p>
          <a:p>
            <a:r>
              <a:t>Dato en Telegram/paste: ¿fuente original o ya pasó manos?</a:t>
            </a:r>
          </a:p>
          <a:p>
            <a:r>
              <a:t>→ sigue: qué hay dentro de un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Gestionar expectativas: mayoría = dumps SQL, tedioso</a:t>
            </a:r>
          </a:p>
          <a:p>
            <a:r>
              <a:t>Chat logs internos = material más valioso</a:t>
            </a:r>
          </a:p>
          <a:p>
            <a:r>
              <a:t>Source code/configs: minoritario, potente</a:t>
            </a:r>
          </a:p>
          <a:p>
            <a:r>
              <a:t>→ pregunta flotando: ¿qué aporta valor?</a:t>
            </a:r>
          </a:p>
          <a:p>
            <a:r>
              <a:t>→ sigue: tabla de prioridades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práctica, no dogma — hay excepciones</a:t>
            </a:r>
          </a:p>
          <a:p>
            <a:r>
              <a:t>Chat log Conti/BlackBasta &gt; dump SQL gigante</a:t>
            </a:r>
          </a:p>
          <a:p>
            <a:r>
              <a:t>Idea clave charla: 1 post bien situado &gt; 10k líneas relleno</a:t>
            </a:r>
          </a:p>
          <a:p>
            <a:r>
              <a:t>→ calidad sobre volumen</a:t>
            </a:r>
          </a:p>
          <a:p>
            <a:r>
              <a:t>→ sigue: sección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tipos</a:t>
            </a:r>
          </a:p>
          <a:p>
            <a:r>
              <a:t>Ahora: formato técnico real</a:t>
            </a:r>
          </a:p>
          <a:p>
            <a:r>
              <a:t>Parte menos glamurosa, más determinante</a:t>
            </a:r>
          </a:p>
          <a:p>
            <a:r>
              <a:t>→ casi nunca llega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vBulletin + cp1251 = dolor de cabeza habitual</a:t>
            </a:r>
          </a:p>
          <a:p>
            <a:r>
              <a:t>IPS: variantes de schema rompen parsers fijos</a:t>
            </a:r>
          </a:p>
          <a:p>
            <a:r>
              <a:t>Frase clave: encodings mixtos, tablas renombradas, backups incompletos</a:t>
            </a:r>
          </a:p>
          <a:p>
            <a:r>
              <a:t>→ nunca asumir dump completo solo por abrir sin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Ojo: esta tabla es coste técnico, no valor investigativo</a:t>
            </a:r>
          </a:p>
          <a:p>
            <a:r>
              <a:t>No confundir con tier list anterior (tier D aquí ≠ tier D allí)</a:t>
            </a:r>
          </a:p>
          <a:p>
            <a:r>
              <a:t>JSON gana: schema conocido de antemano</a:t>
            </a:r>
          </a:p>
          <a:p>
            <a:r>
              <a:t>Dump custom: ingeniería inversa desde cero</a:t>
            </a:r>
          </a:p>
          <a:p>
            <a:r>
              <a:t>→ sigue: el parser como primera línea de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Anécdota: parser mal calibrado descarta millones, sin warning</a:t>
            </a:r>
          </a:p>
          <a:p>
            <a:r>
              <a:t>Estrategia: auto-detección versión + validación cruzada metadatos</a:t>
            </a:r>
          </a:p>
          <a:p>
            <a:r>
              <a:t>cp1251 mal leído como UTF-8 → corrupción silenciosa, ejemplo perfecto</a:t>
            </a:r>
          </a:p>
          <a:p>
            <a:r>
              <a:t>Frase resumen: no es limpieza, es arqueología de schemas</a:t>
            </a:r>
          </a:p>
          <a:p>
            <a:r>
              <a:t>→ sigue: ecosistema como 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formato</a:t>
            </a:r>
          </a:p>
          <a:p>
            <a:r>
              <a:t>Cierre de bloque: zoom hacia afuera</a:t>
            </a:r>
          </a:p>
          <a:p>
            <a:r>
              <a:t>→ ecosistema como red</a:t>
            </a:r>
          </a:p>
          <a:p>
            <a:r>
              <a:t>→ distribuidores también víctimas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 que más sorprende a novatos</a:t>
            </a:r>
          </a:p>
          <a:p>
            <a:r>
              <a:t>RaidForums → seized Europol 2022 → su propia BD filtrada</a:t>
            </a:r>
          </a:p>
          <a:p>
            <a:r>
              <a:t>BreachForums: mismo destino, dos veces (2023, 2024)</a:t>
            </a:r>
          </a:p>
          <a:p>
            <a:r>
              <a:t>Preguntar audiencia: ¿migrarían sabiendo esto?</a:t>
            </a:r>
          </a:p>
          <a:p>
            <a:r>
              <a:t>→ handles persisten aunque plataforma muera = oro investigativo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mezclar dos tipos de valor</a:t>
            </a:r>
          </a:p>
          <a:p>
            <a:r>
              <a:t>Izquierda: táctico, caduca rápido, explotar ya</a:t>
            </a:r>
          </a:p>
          <a:p>
            <a:r>
              <a:t>Derecha: inteligencia largo plazo, dura meses/años</a:t>
            </a:r>
          </a:p>
          <a:p>
            <a:r>
              <a:t>Pregunta cierre: ¿cuál priorizar según objetivo?</a:t>
            </a:r>
          </a:p>
          <a:p>
            <a:r>
              <a:t>→ fin bloque 0, pasamos a práctica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El ecosistema de leaks underground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De dónde vienen los datos y qué encontramos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Bloque 0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De dónde vienen los datos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¿Cómo llega un leak al espacio público?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Hackeo directo: explotación de vulnerabilidad en el servidor del foro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Filtración interna: miembro descontento, admin que abandona, búsqueda de notoriedad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Repositorios de redistribución: plataformas que actúan como mercado de breaches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Una vez en circulación: Telegram especializado, foros underground, paste sites, dark web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¿Qué encontramos en un leak?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Dumps de bases de datos: el grueso del material — usuarios, posts, IPs, emails, fechas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Logs de chat internos: comunicaciones sin filtro entre operadores (el material más valioso)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Flat files de credenciales: útiles para pivoting, pobres en contexto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Source code filtrado: paneles de administración, herramientas de ataque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Tier list — utilidad para investigación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01168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5168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05168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Chat logs internos (Conti, BlackBasta)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05168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Sin filtro entre operadores: estructura, TTPs, roles, conflictos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452370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492370"/>
            <a:ext cx="32613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492370"/>
            <a:ext cx="32613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Dumps SQL de foros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492370"/>
            <a:ext cx="32613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Usuarios, posts, IPs, fechas → red, atribución, correlación cross-foro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067685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10768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310768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Flat files de credenciales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310768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Útiles para pivoting, sin narrativa ni contexto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50837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4837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354837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Source code / configs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354837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Muy específicos, requieren expertise técnico profundo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Formatos y su realidad técnica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Formatos habituales — lo que nos encontramos realmente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vBulletin SQL: formato dominante en foros underground 2000-2020, encoding cp1251 (cirílico)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IPS (Invision Power Suite): prefijos de tabla variables, varias versiones mayores con schema distinto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MyBB: open source, más predecible, pero con variantes de prefijo por instalación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JSON estructurado: chat logs modernos (Telegram, Slack/Rocket.Chat) — más limpio pero campo-inconsistente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Flat files: sin schema, delimitadores arbitrarios, calidad de dato muy variable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En la práctica: encodings mixtos, tablas renombradas, backups incompletos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Tier list — facilidad técnica de procesamiento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Formato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170092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01168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5168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05168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JSON estructurado (Telegram, chat logs)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05168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Schema conocido, parseable directamente, encoding limpio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452370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49237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49237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/ IPS estándar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49237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Schema documentado, hay parsers, columnas predecibles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89306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3306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293306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vBulletin / IPS con variantes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293306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Requiere detección automática de versión y prefijo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333749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37374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337374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Flat files delimitados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337374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Hay que inferir el schema caso a caso — cada dump es diferente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77443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1443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81443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Dumps custom / propietarios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381443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Sin documentación, requieren ingeniería inversa del 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El parser como primera línea de análisis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 parser mal calibrado puede dejar fuera millones de registros sin advertencia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Estrategia: auto-detección de versión + validación de recuento contra tablas de metadatos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encoding importa: cp1251 mal interpretado como UTF-8 → datos corruptos sin error visible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Siempre verificar: ¿cuántos registros esperábamos? ¿cuántos cargamos? ¿la diferencia tiene explicación?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ingeniería de datos en leaks no es limpieza de datos — es arqueología de schemas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3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El ecosistema como red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La paradoja del ecosistema de leaks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foros que distribuyen breaches son ellos mismos brecheados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RaidForums distribuía leaks → fue seized por Europol en 2022 → su propia BD fue publicada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BreachForums reemplazó a RaidForums → fue seized en 2023 y 2024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operadores migran de plataforma en plataforma — los handles persisten aunque la plataforma muera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Esto crea una cadena de datos: el mismo actor puede aparecer en 5 plataformas distintas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ecosistema es autorreferencial: para investigarlo hay que estar dentro de él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Dos tipos de valor analítico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Credenciales activas para acceso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IPs y dominios de infraestructura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Datos personales para identificación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Patrones de comportamiento estables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Redes de confianza entre actores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Evolución de vocabulario y técnicas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Identidades cruzadas entre plataformas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