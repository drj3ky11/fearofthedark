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Setup y 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El entorno completo en 10 minutos — uv + Ollama + Jupyter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Bloque 3 · 45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El entorno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uv + Ollama + Jupyter — sin magia, sin Docker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¿Por qué uv?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Reemplaza pip, venv y poetry en un solo comando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uv sync instala todas las dependencias del pyproject.toml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uv run jupyter notebook arranca Jupyter sin activar manualmente el entorno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Reproducible en cualquier máquina con Python 3.10+ sin configuración extra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Sin Conda, sin Docker, sin variables de entorno globales que conflicten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Objetivo: cualquier asistente puede replicar el entorno en 10 minutos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Setup completo — 4 comandos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8C0CC"/>
                </a:solidFill>
                <a:latin typeface="Calibri"/>
              </a:rPr>
              <a:t>Desde cero hasta el notebook corriendo: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11247120" cy="37490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1. Clonar el repositorio
git clone &lt;repo-url&gt; &amp;&amp; cd csbc26
# 2. Instalar dependencias Python
uv sync
# 3. Descargar modelos Ollama (hacerlo antes de la clase)
ollama pull qwen3-embedding
ollama pull qwen2.5:14b
# 4. Arrancar Jupyter
uv run jupyter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Los modelos pesan ~9GB en total. Descargarlos la noche antes, no en vivo.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Requisitos de hardware — no hace falta potencia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Mínimo (análisis 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8GB RAM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Cualquier CPU moderna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10GB disco libre para datos y modelos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Python 3.10+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16GB RAM para qwen2.5:14b Q4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GPU opcional (acelera embeddings ×10)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25GB disco para todos los modelos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Embeddings en CPU: lentos pero funcionales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Demo con muestra pequeña: instantánea en cualquier hardware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estrategia de la 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embeddings del dataset completo están precomputados — no esperamos en clase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Mostramos el código que los generó y lo ejecutamos sobre una muestra de 100 usuarios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modelos Ollama ya están descargados — mostramos el pull pero lo cortamos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Esto es el mismo truco de los videotutoriales: el proceso es real, la espera es editada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objetivo no es la velocidad — es que el pipeline completo sea visible y reproducible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El pipeline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De dump SQL a visualización — celda por celda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Las 5 fases del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1. Load: load_forum() con auto-detección de versión y encoding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2. Normalize: limpieza de usuarios, deduplicación, normalización de fechas a UTC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3. Analyze: estadística descriptiva, red de interacciones, análisis temporal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4. Embed: generación de embeddings por usuario (precomputados o muestra en vivo)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5. Visualize: grafos, heatmaps temporales, clusters UMAP con Plotly interactivo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Todo desde un único notebook, celda por celda, sin cambiar de herramienta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dataset de demo — criterios de 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Pequeño y autocontenido — carga en segundos, sin problemas de RAM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Schema limpio: parser estándar sin variantes problemáticas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Suficientemente representativo: usuarios, posts, fechas, subforos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No requiere descarga de datos pesados para seguir la demo en clase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La estructura es idéntica a la de cualquier otro caso — el pipeline es generalizable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Los resultados son visibles en tiempo real sin esperar precomputo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en vivo — pipeline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&lt;caso_demo&gt;/00_reconocimiento.ipynb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Abrir el notebook 00_reconocimiento del caso de demo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Sección 1: load_forum() → ver auto-detección de formato en los logs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Sección 2: distribución de usuarios y posts — power-law visible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Sección 3: grafo de co-participación — identificar brokers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5.  Sección 4: embeddings sobre muestra de 100 usuarios (ejecutar en vivo)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6.  Sección 5: UMAP + clustering — visualización interactiva Plotly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Preguntas frecuentes y respuestas honestas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¿Por qué no usar una API de embeddings en la nube? → Datos de personas reales: no negociable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¿Qué pasa si no tengo GPU? → CPU funciona, solo con muestras pequeñas en demo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¿Puedo correr esto en Colab? → Técnicamente sí, pero no con datos reales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¿Cuánto tiempo tarda el pipeline completo? → 1-2 días con GPU para el dataset grande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¿Dónde están los datos? → No en el repo. Se comparten por canal separado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