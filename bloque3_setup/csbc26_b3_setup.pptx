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— bloque de setup</a:t>
            </a:r>
          </a:p>
          <a:p>
            <a:r>
              <a:t>45 min: no repasamos el ciclo de análisis, eso ya se vio</a:t>
            </a:r>
          </a:p>
          <a:p>
            <a:r>
              <a:t>Objetivo: instalar el entorno y entender qué es cada pieza</a:t>
            </a:r>
          </a:p>
          <a:p>
            <a:r>
              <a:t>→ uv, Ollama, modelos, stack de librerías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Primera pieza: uv</a:t>
            </a:r>
          </a:p>
          <a:p>
            <a:r>
              <a:t>Sin cajas negras</a:t>
            </a:r>
          </a:p>
          <a:p>
            <a:r>
              <a:t>→ nada de Docker ni configs ocultas</a:t>
            </a:r>
          </a:p>
          <a:p>
            <a:r>
              <a:t>Todo inspeccionable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pip+venv: frágil al mezclar entornos</a:t>
            </a:r>
          </a:p>
          <a:p>
            <a:r>
              <a:t>uv reemplaza 3 herramientas en 1, rápido (Rust)</a:t>
            </a:r>
          </a:p>
          <a:p>
            <a:r>
              <a:t>→ esta parte es corta a propósito, ya se explicó por qué usarlo</a:t>
            </a:r>
          </a:p>
          <a:p>
            <a:r>
              <a:t>Más tiempo a los comandos concretos, que es lo que van a teclear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Estos son los comandos que de verdad van a teclear</a:t>
            </a:r>
          </a:p>
          <a:p>
            <a:r>
              <a:t>uv sync y uv run cubren casi todo el curso</a:t>
            </a:r>
          </a:p>
          <a:p>
            <a:r>
              <a:t>uv add solo si quieren instalar algo propio</a:t>
            </a:r>
          </a:p>
          <a:p>
            <a:r>
              <a:t>→ tabla de referencia, no hace falta memorizarla ahora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comandos, literalmente los únicos</a:t>
            </a:r>
          </a:p>
          <a:p>
            <a:r>
              <a:t>Clonar → uv sync → Jupyter</a:t>
            </a:r>
          </a:p>
          <a:p>
            <a:r>
              <a:t>Sin git: ZIP desde GitHub, copiar data/ y results/ aparte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pieza: Ollama</a:t>
            </a:r>
          </a:p>
          <a:p>
            <a:r>
              <a:t>Qué es, para qué sirve, por qué es obligatorio con estos datos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Ollama = LLM en local, sin mandar datos afuera</a:t>
            </a:r>
          </a:p>
          <a:p>
            <a:r>
              <a:t>Servidor en localhost:11434, cliente Python normal</a:t>
            </a:r>
          </a:p>
          <a:p>
            <a:r>
              <a:t>→ es lo que hace viable trabajar con leaks sensibles</a:t>
            </a:r>
          </a:p>
          <a:p>
            <a:r>
              <a:t>No es un detalle técnico, es la premisa ética del curso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Ollama no sale de la nada: usa llama.cpp por debajo en gran parte</a:t>
            </a:r>
          </a:p>
          <a:p>
            <a:r>
              <a:t>llama.cpp es la alternativa "cruda": misma inferencia, sin la capa cómoda encima</a:t>
            </a:r>
          </a:p>
          <a:p>
            <a:r>
              <a:t>→ que cada uno sepa que existe la opción y por qué elegimos la otra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Tabla para que cada uno decida con su propio proyecto en mente</a:t>
            </a:r>
          </a:p>
          <a:p>
            <a:r>
              <a:t>llama.cpp gana un poco en rendimiento puro y control fino</a:t>
            </a:r>
          </a:p>
          <a:p>
            <a:r>
              <a:t>→ mi recomendación personal: Ollama. La comodidad vale la pena, la diferencia de eficiencia es mínima para lo que hacemos aquí</a:t>
            </a:r>
          </a:p>
          <a:p>
            <a:r>
              <a:t>En este curso usamos Ollama por eso, pero el conocimiento de llama.cpp no sobra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modelos, dos propósitos, no se solapan</a:t>
            </a:r>
          </a:p>
          <a:p>
            <a:r>
              <a:t>qwen3-embedding: vectores. qwen2.5:14b: texto→texto</a:t>
            </a:r>
          </a:p>
          <a:p>
            <a:r>
              <a:t>→ ~9GB entre los dos, descargar la noche antes</a:t>
            </a:r>
          </a:p>
          <a:p>
            <a:r>
              <a:t>ollama pull &lt;modelo&gt; — mostrar y cortar con Ctrl+C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Aclarar la confusión más común: Ollama en sí (servidor + CLI propia) no se instala con pip, se instala aparte (curl install.sh); el paquete 'ollama' de pip es solo el cliente Python que habla con ese servidor</a:t>
            </a:r>
          </a:p>
          <a:p>
            <a:r>
              <a:t>Dos formas de usarlo: código (librería ollama) o terminal (CLI llm, paquete distinto)</a:t>
            </a:r>
          </a:p>
          <a:p>
            <a:r>
              <a:t>src/embeddings.py y src/utils.py son los puntos de entrada en código</a:t>
            </a:r>
          </a:p>
          <a:p>
            <a:r>
              <a:t>→ llm CLI para tareas ad-hoc, ver ollama_llm_cli.md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Tercera pieza, la más conceptual: qué es cada tipo de modelo</a:t>
            </a:r>
          </a:p>
          <a:p>
            <a:r>
              <a:t>Esto les sirve para elegir modelos por su cuenta, no solo usar los del curso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 = huella numérica del significado, no el texto en sí</a:t>
            </a:r>
          </a:p>
          <a:p>
            <a:r>
              <a:t>No entienden todavía cómo se calcula, y no hace falta</a:t>
            </a:r>
          </a:p>
          <a:p>
            <a:r>
              <a:t>→ lo único importante: sirve para MEDIR parecido, no para escribir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Panel izquierdo: un ejemplo concreto, texto entra, vector sale</a:t>
            </a:r>
          </a:p>
          <a:p>
            <a:r>
              <a:t>Panel derecho: por eso sirve para clustering — lo parecido queda junto</a:t>
            </a:r>
          </a:p>
          <a:p>
            <a:r>
              <a:t>→ el post 'random' queda lejos de ambos grupos, ejemplo de outlier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Generativo = escribe. Embedding = mide. No son lo mismo ni intercambiables</a:t>
            </a:r>
          </a:p>
          <a:p>
            <a:r>
              <a:t>qwen2.5:14b es generativo, qwen3-embedding no lo es</a:t>
            </a:r>
          </a:p>
          <a:p>
            <a:r>
              <a:t>→ por eso el curso usa los dos, para tareas distintas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modelo, tres precisiones distintas, mira el tamaño</a:t>
            </a:r>
          </a:p>
          <a:p>
            <a:r>
              <a:t>FP16: máxima precisión, 30GB. Q4: el que usamos, menos de 9GB</a:t>
            </a:r>
          </a:p>
          <a:p>
            <a:r>
              <a:t>→ la pérdida de calidad es pequeña para lo que hacemos aquí</a:t>
            </a:r>
          </a:p>
          <a:p>
            <a:r>
              <a:t>Por eso qwen2.5:14b Q4 cabe en un portátil normal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decisión no es "el modelo más grande posible"</a:t>
            </a:r>
          </a:p>
          <a:p>
            <a:r>
              <a:t>Es equilibrio: ¿tu hardware aguanta? ¿de verdad necesitas ese tamaño?</a:t>
            </a:r>
          </a:p>
          <a:p>
            <a:r>
              <a:t>→ en el curso ya elegimos ese equilibrio por ustedes (qwen2.5:14b Q4)</a:t>
            </a:r>
          </a:p>
          <a:p>
            <a:r>
              <a:t>Para sus propios proyectos, el criterio es el mismo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Hugging Face es el catálogo — miles de modelos, filtrar por formato GGUF</a:t>
            </a:r>
          </a:p>
          <a:p>
            <a:r>
              <a:t>ollama pull hf.co/usuario/modelo trae el modelo directo, sin descargarlo a mano</a:t>
            </a:r>
          </a:p>
          <a:p>
            <a:r>
              <a:t>→ AQUÍ puedo parar la presentación y navegar Hugging Face en vivo</a:t>
            </a:r>
          </a:p>
          <a:p>
            <a:r>
              <a:t>Buscar un modelo que pida el aula y traerlo con este mismo comando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hf.co/&lt;repo&gt; funciona igual que el nombre de un modelo de la librería oficial</a:t>
            </a:r>
          </a:p>
          <a:p>
            <a:r>
              <a:t>No hace falta descargar el .gguf a mano ni convertir nada</a:t>
            </a:r>
          </a:p>
          <a:p>
            <a:r>
              <a:t>→ momento para parar y navegar Hugging Face en vivo si el aula lo pide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Cuarta pieza: las librerías</a:t>
            </a:r>
          </a:p>
          <a:p>
            <a:r>
              <a:t>No todas — solo las que no son de uso general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pandas/matplotlib/sklearn ya los conocen, no están aquí</a:t>
            </a:r>
          </a:p>
          <a:p>
            <a:r>
              <a:t>→ cada una resuelve un problema puntual del pipeline</a:t>
            </a:r>
          </a:p>
          <a:p>
            <a:r>
              <a:t>umap-learn es la menos obvia, detenerse ahí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Tranquilizar: no hace falta gama alta</a:t>
            </a:r>
          </a:p>
          <a:p>
            <a:r>
              <a:t>8GB RAM + CPU moderna = suficiente para pandas/networkx</a:t>
            </a:r>
          </a:p>
          <a:p>
            <a:r>
              <a:t>Derecha: solo si embeddings + LLM local</a:t>
            </a:r>
          </a:p>
          <a:p>
            <a:r>
              <a:t>→ sin GPU funciona, más lento, sobre muestra es instantáneo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preguntas frecuentes, respuestas sin vender humo</a:t>
            </a:r>
          </a:p>
          <a:p>
            <a:r>
              <a:t>No API en la nube: datos de personas reales, decídelo tú mismo con lo que sabes del curso</a:t>
            </a:r>
          </a:p>
          <a:p>
            <a:r>
              <a:t>Sin GPU: sí, con muestras pequeñas</a:t>
            </a:r>
          </a:p>
          <a:p>
            <a:r>
              <a:t>Entorno listo → Bloque 4 (agentes) y Bloque 5 (casos prácticos)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image" Target="../media/image3.gif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3.xml"/>
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7.xml"/>
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Setup del entorno y herramientas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uv + Ollama + el stack de análisis — instalado y entendido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3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Gestión de dependencias con uv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Sin magia, simple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400" cy="52200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¿Por qué uv?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hasCustomPrompt="1"/>
          </p:nvPr>
        </p:nvSpPr>
        <p:spPr>
          <a:xfrm>
            <a:off x="1073520" y="1711800"/>
            <a:ext cx="10084320" cy="38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Reemplaza pip, venv y poetry en un solo comando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Reproducible en cualquier máquina con Python 3.12+, sin configuración extra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Objetivo: cualquier alumno replica el entorno en 10 minutos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4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Es lo que se está acogiendo como estándar en la comunidad de desarrollo IA.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Comandos básicos de uv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78308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Comando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Qué hace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sync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Instala/actualiza todas las dependencias del pyproject.toml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run &lt;comando&gt;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Ejecuta algo dentro del entorno gestionado, sin activar nada a mano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add &lt;paquete&gt;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Añade una dependencia nueva y actualiza el pyproject.toml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python pin 3.12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Fija la versión de Python del proyecto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pip list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Lista los paquetes instalados en el entorno actual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Estos 5 son el 95% de lo que se usa a lo largo del curso.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400" cy="52200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Instalación paso a paso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hasCustomPrompt="1"/>
          </p:nvPr>
        </p:nvSpPr>
        <p:spPr>
          <a:xfrm>
            <a:off x="1073520" y="1574640"/>
            <a:ext cx="10084320" cy="40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es-ES" sz="24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1051560" y="1828800"/>
            <a:ext cx="100576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Desde cero hasta el notebook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corriendo: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4"/>
          <p:cNvSpPr/>
          <p:nvPr/>
        </p:nvSpPr>
        <p:spPr>
          <a:xfrm>
            <a:off x="1005840" y="2377440"/>
            <a:ext cx="10149120" cy="3428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1188720" y="2514600"/>
            <a:ext cx="640656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# 1. Clonar el repositorio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git clone &lt;repo-url&gt; &amp;&amp; cd </a:t>
            </a: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&lt;carpeta&gt;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# 2. Instalar dependencias </a:t>
            </a: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uv sync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# 3. Arrancar Jupyter dentro </a:t>
            </a: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del entorno gestionado por uv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uv run jupyter notebook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6"/>
          <p:cNvSpPr/>
          <p:nvPr/>
        </p:nvSpPr>
        <p:spPr>
          <a:xfrm>
            <a:off x="1051560" y="576072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ℹ  Sin git (aulas con solo navegador): descargar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el repo como ZIP desde GitHub.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Ollama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El LLM que corre en tu máquina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400" cy="52200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¿Qué es Ollama?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hasCustomPrompt="1"/>
          </p:nvPr>
        </p:nvSpPr>
        <p:spPr>
          <a:xfrm>
            <a:off x="1073520" y="1711800"/>
            <a:ext cx="10084320" cy="38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Runtime que corre LLMs directamente en tu máquina, sin API externa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Expone un servidor local en http://localhost:11434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Razón de ser del curso: un leak sensible no debe pasar por infraestructura de terceros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Ollama no es la única opción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llama.cpp: el motor de inferencia sobre el que se apoya buena parte del ecosistema</a:t>
            </a:r>
          </a:p>
          <a:p>
            <a:r>
              <a:t>Más control de bajo nivel, pero también más configuración manual</a:t>
            </a:r>
          </a:p>
          <a:p>
            <a:r>
              <a:t>Vale la pena conocerlo — cada uno elige según lo que necesite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Ollama vs. llama.cpp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783080"/>
          <a:ext cx="100584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Aspecto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Ollama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Instalación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Un instalador, listo en un comando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Compilar desde fuente o binarios sueltos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Gestión de modelos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Automática (ollama pull)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Manual: tú descargas y colocas los .gguf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Interfaz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Servidor REST + CLI simple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CLI de bajo nivel, más flags a mano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Rendimiento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Muy cercano al máximo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Ligeramente superior, afinado a mano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Curva de aprendizaje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Baja — apto para todo el aula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Alta — requiere más experiencia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Uso desde Python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Librería oficial ollama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Bindings menos maduros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Recomendación del instructor: Ollama — la comodidad casi no cuesta eficiencia.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Nuestros dos modelos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qwen3-embedding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Texto → vector numérico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Clustering y estilometría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Correlación cross-foro (Bloque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qwen2.5:14b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LLM generativo, no embeddings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NER y clasificación de posts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Perfilado de roles (Bloque 2)</a:t>
            </a:r>
          </a:p>
        </p:txBody>
      </p:sp>
      <p:pic>
        <p:nvPicPr>
          <p:cNvPr id="8" name="Picture 7" descr="two_model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429000"/>
            <a:ext cx="9601200" cy="25046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Cómo se usa desde Python y desde terminal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Ollama NO es un paquete de Python — es una aplicación aparte (servidor + su propia CLI: ollama pull, ollama run...)</a:t>
            </a:r>
          </a:p>
          <a:p>
            <a:r>
              <a:t>Librería ollama: SÍ es un paquete (pip/uv), el cliente que habla con ese servidor desde código — ollama.chat(...), ollama.embed(...)</a:t>
            </a:r>
          </a:p>
          <a:p>
            <a:r>
              <a:t>Usado en src/embeddings.py y src/utils.py a lo largo de todo el curso</a:t>
            </a:r>
          </a:p>
          <a:p>
            <a:r>
              <a:t>Para limpieza puntual sin código: CLI llm (paquete aparte) + su plugin de Ollama</a:t>
            </a:r>
          </a:p>
        </p:txBody>
      </p:sp>
      <p:pic>
        <p:nvPicPr>
          <p:cNvPr id="4" name="Picture 3" descr="ollama_acces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10515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Entendiendo los modelos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Embeddings, generativos y cuantización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es un embedding?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1711816"/>
            <a:ext cx="10084904" cy="3873058"/>
          </a:xfrm>
        </p:spPr>
        <p:txBody>
          <a:bodyPr wrap="square"/>
          <a:lstStyle/>
          <a:p>
            <a:r>
              <a:t>Convierte un texto en un vector de números que captura su significado</a:t>
            </a:r>
          </a:p>
          <a:p>
            <a:r>
              <a:t>Textos parecidos → vectores cercanos en el espacio</a:t>
            </a:r>
          </a:p>
          <a:p>
            <a:r>
              <a:t>No genera texto: solo lo representa para poder compararlo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 texto a vector, y vectores que se agrupan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embedding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1" y="2240280"/>
            <a:ext cx="9464037" cy="3291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Izquierda: un texto se convierte en vector. Derecha: textos similares quedan cerca entre sí.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es un modelo generativo?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Predice el siguiente fragmento de texto, uno detrás de otro</a:t>
            </a:r>
          </a:p>
          <a:p>
            <a:r>
              <a:t>Genera texto nuevo — no solo lo representa como el embedding</a:t>
            </a:r>
          </a:p>
          <a:p>
            <a:r>
              <a:t>Es lo que usamos para NER, clasificación y resúmenes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Cuantización: el mismo modelo, más ligero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quantiz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847" y="2240280"/>
            <a:ext cx="7445826" cy="3291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Cuantizar reduce el tamaño en disco y RAM necesaria, con una pérdida de precisión pequeña.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Qué elegir: potencia vs. cómputo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Modelo más grande = más capacidad, pero más RAM/VRAM y más lento</a:t>
            </a:r>
          </a:p>
          <a:p>
            <a:r>
              <a:t>Cuantizar reduce tamaño y velocidad de carga, con pérdida de precisión asumible</a:t>
            </a:r>
          </a:p>
          <a:p>
            <a:r>
              <a:t>Para tus propios proyectos: empieza pequeño, sube solo si de verdad lo necesitas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 Hugging Face a Ollama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hf_olla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192" y="1737360"/>
            <a:ext cx="8757136" cy="37947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Buscar un modelo GGUF en Hugging Face y correrlo en Ollama sin pasos intermedios.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Modelos de Hugging Face en Ollama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65461"/>
                </a:solidFill>
                <a:latin typeface="Arial"/>
              </a:rPr>
              <a:t>Cualquier modelo GGUF de Hugging Face, listo con dos comandos: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0149840" cy="2926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978408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# Buscar en huggingface.co, filtro: GGUF
# Copiar el identificador, p.ej. usuario/modelo-GGUF
ollama pull hf.co/usuario/modelo-GGUF
ollama run hf.co/usuario/modelo-GGUF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Instructor: pausar aquí y buscar en vivo un modelo que pida el aula.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El stack de análisis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Qué instala uv sync y para qué sirve cada pieza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Librerías clave del proyecto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Librería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Para qué sirve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ollama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Cliente Python del servidor Ollama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umap-learn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Reduce embeddings de alta dimensión a 2D para visualizar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hdbscan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Clustering por densidad, sin fijar K de antemano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bertopic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Topic modeling sobre embeddings, alternativa a LDA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langdetect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Detección de idioma: original vs. traducción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crewai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Orquestación de agentes de IA sobre Ollama (Bloque 4)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18 dependencias en total — esto es solo el grupo específico del curso.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Requisitos de hardware — no hace falta potencia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Mínimo (pandas/networkx)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8GB RAM, cualquier CPU moderna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10GB disco libre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EDA, grafos, text mining: fluidos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Recomendado (embeddings +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16GB RAM para qwen2.5:14b Q4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GPU opcional (acelera embeddings ×10)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Sin GPU: lento en corpus completo, instantáneo en muestra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Preguntas frecuentes y respuestas honestas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Respuesta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¿API de embeddings en la nube?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Datos de personas reales… tú mismo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¿Sin GPU?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CPU funciona para EDA y muestras pequeñas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Entorno listo → Bloque 4 (agentes) y Bloque 5 (casos prácticos)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