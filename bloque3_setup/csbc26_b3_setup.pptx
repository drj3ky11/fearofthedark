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— bloque de setup</a:t>
            </a:r>
          </a:p>
          <a:p>
            <a:r>
              <a:t>45 min: no repasamos el ciclo de análisis, eso ya se vio</a:t>
            </a:r>
          </a:p>
          <a:p>
            <a:r>
              <a:t>Objetivo: instalar el entorno y entender qué es cada pieza</a:t>
            </a:r>
          </a:p>
          <a:p>
            <a:r>
              <a:t>→ uv, Ollama, librerías clave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Primera pieza: uv</a:t>
            </a:r>
          </a:p>
          <a:p>
            <a:r>
              <a:t>Sin cajas negras</a:t>
            </a:r>
          </a:p>
          <a:p>
            <a:r>
              <a:t>→ nada de Docker ni configs ocultas</a:t>
            </a:r>
          </a:p>
          <a:p>
            <a:r>
              <a:t>Todo inspeccionable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pip+venv: frágil al mezclar entornos</a:t>
            </a:r>
          </a:p>
          <a:p>
            <a:r>
              <a:t>uv reemplaza 3 herramientas en 1, rápido (Rust)</a:t>
            </a:r>
          </a:p>
          <a:p>
            <a:r>
              <a:t>→ idea clave: uv sync, un comando, todo resuelto</a:t>
            </a:r>
          </a:p>
          <a:p>
            <a:r>
              <a:t>Esta parte es corta a propósito — funciona a la primera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comandos, literalmente los únicos</a:t>
            </a:r>
          </a:p>
          <a:p>
            <a:r>
              <a:t>Clonar → uv sync → Jupyter</a:t>
            </a:r>
          </a:p>
          <a:p>
            <a:r>
              <a:t>Sin git: ZIP desde GitHub, copiar data/ y results/ aparte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Segunda pieza: Ollama</a:t>
            </a:r>
          </a:p>
          <a:p>
            <a:r>
              <a:t>Qué es, para qué sirve, por qué es obligatorio con estos datos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Ollama = LLM en local, sin mandar datos afuera</a:t>
            </a:r>
          </a:p>
          <a:p>
            <a:r>
              <a:t>Servidor en localhost:11434, cliente Python normal</a:t>
            </a:r>
          </a:p>
          <a:p>
            <a:r>
              <a:t>→ es lo que hace viable trabajar con leaks sensibles</a:t>
            </a:r>
          </a:p>
          <a:p>
            <a:r>
              <a:t>No es un detalle técnico, es la premisa ética del curso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modelos, dos propósitos, no se solapan</a:t>
            </a:r>
          </a:p>
          <a:p>
            <a:r>
              <a:t>qwen3-embedding: vectores. qwen2.5:14b: texto→texto</a:t>
            </a:r>
          </a:p>
          <a:p>
            <a:r>
              <a:t>→ ~9GB entre los dos, descargar la noche antes</a:t>
            </a:r>
          </a:p>
          <a:p>
            <a:r>
              <a:t>ollama pull &lt;modelo&gt; — mostrar y cortar con Ctrl+C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formas de usarlo: código (ollama-python) o terminal (llm CLI)</a:t>
            </a:r>
          </a:p>
          <a:p>
            <a:r>
              <a:t>src/embeddings.py y src/utils.py son los puntos de entrada</a:t>
            </a:r>
          </a:p>
          <a:p>
            <a:r>
              <a:t>→ llm CLI para tareas ad-hoc, ver ollama_llm_cli.md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Tercera pieza: las librerías</a:t>
            </a:r>
          </a:p>
          <a:p>
            <a:r>
              <a:t>No todas — solo las que no son de uso general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dependencias en total, esto es el grupo específico del curso</a:t>
            </a:r>
          </a:p>
          <a:p>
            <a:r>
              <a:t>pandas/matplotlib/sklearn ya los conocen</a:t>
            </a:r>
          </a:p>
          <a:p>
            <a:r>
              <a:t>→ cada una resuelve un problema puntual del pipeline</a:t>
            </a:r>
          </a:p>
          <a:p>
            <a:r>
              <a:t>chromadb y umap-learn son las menos obvias, detenerse ahí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Tranquilizar: no hace falta gama alta</a:t>
            </a:r>
          </a:p>
          <a:p>
            <a:r>
              <a:t>8GB RAM + CPU moderna = suficiente para pandas/networkx</a:t>
            </a:r>
          </a:p>
          <a:p>
            <a:r>
              <a:t>Derecha: solo si embeddings + LLM local</a:t>
            </a:r>
          </a:p>
          <a:p>
            <a:r>
              <a:t>→ sin GPU funciona, más lento, sobre muestra es instantáneo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analiza datos reales — datos sintéticos mínimos, corre en segundos</a:t>
            </a:r>
          </a:p>
          <a:p>
            <a:r>
              <a:t>Si algo falla: Ollama no está corriendo o falta un modelo</a:t>
            </a:r>
          </a:p>
          <a:p>
            <a:r>
              <a:t>→ resolverlo aquí, no en el primer caso práctico</a:t>
            </a:r>
          </a:p>
          <a:p>
            <a:r>
              <a:t>Cada alumno confirma su propio entorno antes de seguir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preguntas frecuentes, respuestas sin vender humo</a:t>
            </a:r>
          </a:p>
          <a:p>
            <a:r>
              <a:t>No API en la nube: datos de personas reales, no negociable</a:t>
            </a:r>
          </a:p>
          <a:p>
            <a:r>
              <a:t>Sin GPU: sí, con muestras pequeñas</a:t>
            </a:r>
          </a:p>
          <a:p>
            <a:r>
              <a:t>→ Colab técnicamente sí, con datos reales no</a:t>
            </a:r>
          </a:p>
          <a:p>
            <a:r>
              <a:t>Entorno listo → Bloque 4 (agentes) y Bloque 5 (casos prácticos)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Setup del entorno y herramientas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uv + Ollama + el stack de análisis — instalado y entendido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Bloque 3 · 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Gestión de dependencias con uv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Sin magia, sin Docker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¿Por qué uv?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1711816"/>
            <a:ext cx="10084904" cy="3873058"/>
          </a:xfrm>
        </p:spPr>
        <p:txBody>
          <a:bodyPr wrap="square"/>
          <a:lstStyle/>
          <a:p>
            <a:r>
              <a:t>Reemplaza pip, venv y poetry en un solo comando</a:t>
            </a:r>
          </a:p>
          <a:p>
            <a:r>
              <a:t>uv sync instala todas las dependencias del pyproject.toml</a:t>
            </a:r>
          </a:p>
          <a:p>
            <a:r>
              <a:t>uv run jupyter notebook arranca Jupyter sin activar manualmente el entorno</a:t>
            </a:r>
          </a:p>
          <a:p>
            <a:r>
              <a:t>Reproducible en cualquier máquina con Python 3.12+ sin configuración extra</a:t>
            </a:r>
          </a:p>
          <a:p>
            <a:r>
              <a:t>Sin Conda, sin Docker, sin variables de entorno globales que conflicten</a:t>
            </a:r>
          </a:p>
          <a:p>
            <a:r>
              <a:t>Objetivo: cualquier asistente puede replicar el entorno en 10 minutos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Instalación paso a paso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8288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65461"/>
                </a:solidFill>
                <a:latin typeface="Arial"/>
              </a:rPr>
              <a:t>Desde cero hasta el notebook corriendo: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377440"/>
            <a:ext cx="10149840" cy="3429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9784080" cy="3154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8FF78"/>
                </a:solidFill>
                <a:latin typeface="Consolas"/>
              </a:rPr>
              <a:t># 1. Clonar el repositorio
git clone &lt;repo-url&gt; &amp;&amp; cd csbc26
# 2. Instalar dependencias Python
uv sync
# 3. Arrancar Jupyter dentro del entorno gestionado por uv
uv run jupyter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Arial"/>
              </a:rPr>
              <a:t>ℹ  Sin git (aulas con solo navegador): descargar el repo como ZIP desde GitHub.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Ollama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El LLM que corre en tu máquina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es Ollama?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1711816"/>
            <a:ext cx="10084904" cy="3873058"/>
          </a:xfrm>
        </p:spPr>
        <p:txBody>
          <a:bodyPr wrap="square"/>
          <a:lstStyle/>
          <a:p>
            <a:r>
              <a:t>Runtime que corre LLMs directamente en tu máquina, sin API externa</a:t>
            </a:r>
          </a:p>
          <a:p>
            <a:r>
              <a:t>Descarga el modelo cuantizado una vez, lo carga en memoria</a:t>
            </a:r>
          </a:p>
          <a:p>
            <a:r>
              <a:t>Expone un servidor local en http://localhost:11434</a:t>
            </a:r>
          </a:p>
          <a:p>
            <a:r>
              <a:t>Cualquier programa Python le hace peticiones, igual que a una API en la nube</a:t>
            </a:r>
          </a:p>
          <a:p>
            <a:r>
              <a:t>Razón de ser del curso: un leak sensible no puede pasar por infraestructura de terceros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Los dos modelos que usamos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828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qwen3-embedding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Genera embeddings: texto → vector numérico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Clustering de usuarios por comportamiento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Estilometría computacional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Correlación cross-foro semántica (Bloque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828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qwen2.5:14b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286000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LLM generativo, no embeddings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NER en dominio específico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Clasificación de posts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Perfilado de roles (Bloque 2 y casos prácticos)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Cómo se usa desde Python y desde terminal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Librería ollama (instalada por uv sync): cliente delgado sobre el servidor local</a:t>
            </a:r>
          </a:p>
          <a:p>
            <a:r>
              <a:t>ollama.chat(model=..., messages=...) y ollama.embed(model=..., input=...)</a:t>
            </a:r>
          </a:p>
          <a:p>
            <a:r>
              <a:t>Usado en src/embeddings.py y src/utils.py a lo largo de todo el curso</a:t>
            </a:r>
          </a:p>
          <a:p>
            <a:r>
              <a:t>Para limpieza puntual sin código: CLI llm + plugin de Ollama, pipeable desde terminal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El stack de análisis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Qué instala uv sync y para qué sirve cada pieza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Librerías clave del proyecto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ollama — cliente Python del servidor Ollama</a:t>
            </a:r>
          </a:p>
          <a:p>
            <a:r>
              <a:t>chromadb — base de datos vectorial local, búsqueda por similitud sin infraestructura</a:t>
            </a:r>
          </a:p>
          <a:p>
            <a:r>
              <a:t>umap-learn — reduce embeddings de alta dimensión a 2D para visualizar clusters</a:t>
            </a:r>
          </a:p>
          <a:p>
            <a:r>
              <a:t>hdbscan — clustering por densidad, sin fijar K de antemano</a:t>
            </a:r>
          </a:p>
          <a:p>
            <a:r>
              <a:t>bertopic — topic modeling sobre embeddings, alternativa a LDA con vocabulario ruidoso</a:t>
            </a:r>
          </a:p>
          <a:p>
            <a:r>
              <a:t>langdetect — detección de idioma para la decisión original vs. traducción</a:t>
            </a:r>
          </a:p>
          <a:p>
            <a:r>
              <a:t>crewai — orquestación de agentes de IA sobre Ollama (Bloque 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Requisitos de hardware — no hace falta potencia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Mínimo (análisis pandas/networkx)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8GB RAM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Cualquier CPU moderna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10GB disco libre para datos y modelos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Python 3.12+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EDA, grafos, text mining: fluidos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Recomendado (embeddings + LLM)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16GB RAM para qwen2.5:14b Q4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GPU opcional (acelera embeddings ×10)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25GB disco para todos los modelos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Embeddings en CPU: lentos pero funcionales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Sobre muestra pequeña: instantáneo en cualquier hardware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Verificación — smoke-test del entorno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bloque3_setup/demo_ecosystem_setup.ipynb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demo_ecosystem_setup.ipynb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1. Dependencias Python — confirmar import de cada librería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2. Modelos Ollama — qwen3-embedding y qwen2.5:14b responden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3. GPU — detectada si existe, CPU si no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5.  4. Smoke-test ChromaDB — guardar y consultar embeddings sintéticos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Preguntas frecuentes y respuestas honestas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¿Por qué no usar una API de embeddings en la nube? → Datos de personas reales: no negociable</a:t>
            </a:r>
          </a:p>
          <a:p>
            <a:r>
              <a:t>¿Qué pasa si no tengo GPU? → CPU funciona para EDA y muestras pequeñas</a:t>
            </a:r>
          </a:p>
          <a:p>
            <a:r>
              <a:t>¿Puedo correr esto en Colab? → Técnicamente sí, pero no con datos reales</a:t>
            </a:r>
          </a:p>
          <a:p>
            <a:r>
              <a:t>¿Dónde están los datos? → No en el repo. Se comparten por canal separado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