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bloque de setup</a:t>
            </a:r>
          </a:p>
          <a:p>
            <a:r>
              <a:t>45 min: entorno completo en vivo, sin atajos</a:t>
            </a:r>
          </a:p>
          <a:p>
            <a:r>
              <a:t>Pregunta: ¿cuánto tardaríais replicando esto solos?</a:t>
            </a:r>
          </a:p>
          <a:p>
            <a:r>
              <a:t>→ uv + Ollama + Jupyter = 10 minutos, demo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Piezas del entorno, una por una</a:t>
            </a:r>
          </a:p>
          <a:p>
            <a:r>
              <a:t>Sin cajas negras</a:t>
            </a:r>
          </a:p>
          <a:p>
            <a:r>
              <a:t>→ nada de Docker ni configs ocultas</a:t>
            </a:r>
          </a:p>
          <a:p>
            <a:r>
              <a:t>Todo inspeccionable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pip+venv: frágil al mezclar entornos</a:t>
            </a:r>
          </a:p>
          <a:p>
            <a:r>
              <a:t>uv reemplaza 3 herramientas en 1, rápido (Rust)</a:t>
            </a:r>
          </a:p>
          <a:p>
            <a:r>
              <a:t>→ idea clave: uv sync, un comando, todo resuelto</a:t>
            </a:r>
          </a:p>
          <a:p>
            <a:r>
              <a:t>Mismo entorno en cualquier portátil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comandos, literalmente los únicos</a:t>
            </a:r>
          </a:p>
          <a:p>
            <a:r>
              <a:t>Clonar → uv sync → pull modelos → Jupyter</a:t>
            </a:r>
          </a:p>
          <a:p>
            <a:r>
              <a:t>Cuello de botella: descarga modelos (~9GB), no Python</a:t>
            </a:r>
          </a:p>
          <a:p>
            <a:r>
              <a:t>→ descargar la noche antes, no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Tranquilizar: no hace falta gama alta</a:t>
            </a:r>
          </a:p>
          <a:p>
            <a:r>
              <a:t>8GB RAM + CPU moderna = suficiente para pandas/networkx</a:t>
            </a:r>
          </a:p>
          <a:p>
            <a:r>
              <a:t>Derecha: solo si embeddings + LLM local</a:t>
            </a:r>
          </a:p>
          <a:p>
            <a:r>
              <a:t>→ sin GPU funciona, más lento</a:t>
            </a:r>
          </a:p>
          <a:p>
            <a:r>
              <a:t>Demo con muestra pequeña, fluida en cualquier portátil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 sobre la demo</a:t>
            </a:r>
          </a:p>
          <a:p>
            <a:r>
              <a:t>Embeddings completos: precomputados (horas si no)</a:t>
            </a:r>
          </a:p>
          <a:p>
            <a:r>
              <a:t>En vivo: mismo código sobre muestra 100 usuarios</a:t>
            </a:r>
          </a:p>
          <a:p>
            <a:r>
              <a:t>→ objetivo no es velocidad, es pipeline real y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Entorno ya montado</a:t>
            </a:r>
          </a:p>
          <a:p>
            <a:r>
              <a:t>Ahora: pipeline entero</a:t>
            </a:r>
          </a:p>
          <a:p>
            <a:r>
              <a:t>Dump SQL → visualización final</a:t>
            </a:r>
          </a:p>
          <a:p>
            <a:r>
              <a:t>→ celda por celda, sin saltos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Esqueleto de cualquier análisis del curso, no solo hoy</a:t>
            </a:r>
          </a:p>
          <a:p>
            <a:r>
              <a:t>Load → Normalize → Analyze → Embed → Visualize</a:t>
            </a:r>
          </a:p>
          <a:p>
            <a:r>
              <a:t>→ todo en el mismo notebook, sin cambiar de herramienta</a:t>
            </a:r>
          </a:p>
          <a:p>
            <a:r>
              <a:t>Un solo lugar, todo el razonamiento visible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¿Por qué este dataset y no el grande?</a:t>
            </a:r>
          </a:p>
          <a:p>
            <a:r>
              <a:t>Objetivo: pipeline completo, sin esperar precomputo</a:t>
            </a:r>
          </a:p>
          <a:p>
            <a:r>
              <a:t>Pequeño, schema limpio, sin variantes problemáticas</a:t>
            </a:r>
          </a:p>
          <a:p>
            <a:r>
              <a:t>→ estructura idéntica a casos reales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Manos a la obra — notebook 00_reconocimiento</a:t>
            </a:r>
          </a:p>
          <a:p>
            <a:r>
              <a:t>5 secciones en directo: carga, power-law, grafo brokers</a:t>
            </a:r>
          </a:p>
          <a:p>
            <a:r>
              <a:t>Embeddings ejecutándose de verdad (muestra 100)</a:t>
            </a:r>
          </a:p>
          <a:p>
            <a:r>
              <a:t>→ UMAP + clustering Plotly</a:t>
            </a:r>
          </a:p>
          <a:p>
            <a:r>
              <a:t>Si falla en vivo: comentamos y seguimos, es laboratorio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preguntas frecuentes, respuestas sin vender humo</a:t>
            </a:r>
          </a:p>
          <a:p>
            <a:r>
              <a:t>No API en la nube: datos de personas reales, no negociable</a:t>
            </a:r>
          </a:p>
          <a:p>
            <a:r>
              <a:t>Sin GPU: sí, con muestras pequeñas</a:t>
            </a:r>
          </a:p>
          <a:p>
            <a:r>
              <a:t>→ Colab técnicamente sí, con datos reales no</a:t>
            </a:r>
          </a:p>
          <a:p>
            <a:r>
              <a:t>Datos: canal separado, nunca en el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Setup y demo en vivo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El entorno completo en 10 minutos — uv + Ollama + Jupyter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Bloque 3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El entorno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uv + Ollama + Jupyter — sin magia, sin Docker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¿Por qué uv?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Reemplaza pip, venv y poetry en un solo comando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uv sync instala todas las dependencias del pyproject.toml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uv run jupyter notebook arranca Jupyter sin activar manualmente el entorno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Reproducible en cualquier máquina con Python 3.10+ sin configuración extra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Sin Conda, sin Docker, sin variables de entorno globales que conflicten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Objetivo: cualquier asistente puede replicar el entorno en 10 minutos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Setup completo — 4 comandos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844"/>
                </a:solidFill>
                <a:latin typeface="Calibri"/>
              </a:rPr>
              <a:t>Desde cero hasta el notebook corriendo: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40280"/>
            <a:ext cx="10149840" cy="3566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1. Clonar el repositorio
git clone &lt;repo-url&gt; &amp;&amp; cd csbc26
# 2. Instalar dependencias Python
uv sync
# 3. Descargar modelos Ollama (hacerlo antes de la clase)
ollama pull qwen3-embedding
ollama pull qwen2.5:14b
# 4. Arrancar Jupyter
uv run jupyter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Calibri"/>
              </a:rPr>
              <a:t>ℹ  Los modelos pesan ~9GB en total. Descargarlos la noche antes, no en vivo.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Requisitos de hardware — no hace falta potencia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Mínimo (análisis 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8GB RAM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Cualquier CPU moderna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10GB disco libre para datos y modelos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Python 3.10+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16GB RAM para qwen2.5:14b Q4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GPU opcional (acelera embeddings ×10)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25GB disco para todos los modelos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Embeddings en CPU: lentos pero funcionales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Demo con muestra pequeña: instantánea en cualquier hardware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La estrategia de la demo en vivo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embeddings del dataset completo están precomputados — no esperamos en clase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Mostramos el código que los generó y lo ejecutamos sobre una muestra de 100 usuarios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modelos Ollama ya están descargados — mostramos el pull pero lo cortamos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Esto es el mismo truco de los videotutoriales: el proceso es real, la espera es editada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objetivo no es la velocidad — es que el pipeline completo sea visible y reproducible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El pipeline completo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De dump SQL a visualización — celda por celda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Las 5 fases del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1. Load: load_forum() con auto-detección de versión y encoding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2. Normalize: limpieza de usuarios, deduplicación, normalización de fechas a UTC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3. Analyze: estadística descriptiva, red de interacciones, análisis temporal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4. Embed: generación de embeddings por usuario (precomputados o muestra en vivo)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5. Visualize: grafos, heatmaps temporales, clusters UMAP con Plotly interactivo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Todo desde un único notebook, celda por celda, sin cambiar de herramienta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El dataset de demo — criterios de elección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Pequeño y autocontenido — carga en segundos, sin problemas de RAM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Schema limpio: parser estándar sin variantes problemáticas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Suficientemente representativo: usuarios, posts, fechas, subforos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No requiere descarga de datos pesados para seguir la demo en clase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estructura es idéntica a la de cualquier otro caso — el pipeline es generalizable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resultados son visibles en tiempo real sin esperar precomputo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en vivo — pipeline completo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&lt;caso_demo&gt;/00_reconocimiento.ipynb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el notebook 00_reconocimiento del caso de demo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1: load_forum() → ver auto-detección de formato en los logs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2: distribución de usuarios y posts — power-law visible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Sección 3: grafo de co-participación — identificar brokers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5.  Sección 4: embeddings sobre muestra de 100 usuarios (ejecutar en vivo)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6.  Sección 5: UMAP + clustering — visualización interactiva Plotly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Preguntas frecuentes y respuestas honestas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¿Por qué no usar una API de embeddings en la nube? → Datos de personas reales: no negociable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¿Qué pasa si no tengo GPU? → CPU funciona, solo con muestras pequeñas en demo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¿Puedo correr esto en Colab? → Técnicamente sí, pero no con datos reales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¿Cuánto tiempo tarda el pipeline completo? → 1-2 días con GPU para el dataset grande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¿Dónde están los datos? → No en el repo. Se comparten por canal separado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